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341" r:id="rId2"/>
    <p:sldId id="346" r:id="rId3"/>
    <p:sldId id="347" r:id="rId4"/>
    <p:sldId id="310" r:id="rId5"/>
    <p:sldId id="299" r:id="rId6"/>
    <p:sldId id="292" r:id="rId7"/>
    <p:sldId id="293" r:id="rId8"/>
    <p:sldId id="294" r:id="rId9"/>
    <p:sldId id="295" r:id="rId10"/>
    <p:sldId id="338" r:id="rId11"/>
    <p:sldId id="296" r:id="rId12"/>
    <p:sldId id="304" r:id="rId13"/>
    <p:sldId id="305" r:id="rId14"/>
    <p:sldId id="306" r:id="rId15"/>
    <p:sldId id="339" r:id="rId16"/>
    <p:sldId id="307" r:id="rId17"/>
    <p:sldId id="350" r:id="rId18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27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5" Type="http://schemas.openxmlformats.org/officeDocument/2006/relationships/image" Target="../media/image1.wmf"/><Relationship Id="rId4" Type="http://schemas.openxmlformats.org/officeDocument/2006/relationships/image" Target="../media/image6.wmf"/></Relationships>
</file>

<file path=ppt/drawings/_rels/vmlDrawing5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9.wmf"/><Relationship Id="rId7" Type="http://schemas.openxmlformats.org/officeDocument/2006/relationships/image" Target="../media/image12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6" Type="http://schemas.openxmlformats.org/officeDocument/2006/relationships/image" Target="../media/image6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7.wmf"/><Relationship Id="rId4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image" Target="../media/image10.wmf"/><Relationship Id="rId7" Type="http://schemas.openxmlformats.org/officeDocument/2006/relationships/image" Target="../media/image13.wmf"/><Relationship Id="rId2" Type="http://schemas.openxmlformats.org/officeDocument/2006/relationships/image" Target="../media/image9.wmf"/><Relationship Id="rId1" Type="http://schemas.openxmlformats.org/officeDocument/2006/relationships/image" Target="../media/image18.wmf"/><Relationship Id="rId6" Type="http://schemas.openxmlformats.org/officeDocument/2006/relationships/image" Target="../media/image6.wmf"/><Relationship Id="rId5" Type="http://schemas.openxmlformats.org/officeDocument/2006/relationships/image" Target="../media/image19.wmf"/><Relationship Id="rId10" Type="http://schemas.openxmlformats.org/officeDocument/2006/relationships/image" Target="../media/image20.wmf"/><Relationship Id="rId4" Type="http://schemas.openxmlformats.org/officeDocument/2006/relationships/image" Target="../media/image11.wmf"/><Relationship Id="rId9" Type="http://schemas.openxmlformats.org/officeDocument/2006/relationships/image" Target="../media/image17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image" Target="../media/image21.wmf"/><Relationship Id="rId1" Type="http://schemas.openxmlformats.org/officeDocument/2006/relationships/image" Target="../media/image20.wmf"/><Relationship Id="rId5" Type="http://schemas.openxmlformats.org/officeDocument/2006/relationships/image" Target="../media/image23.wmf"/><Relationship Id="rId4" Type="http://schemas.openxmlformats.org/officeDocument/2006/relationships/image" Target="../media/image1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24.wmf"/><Relationship Id="rId5" Type="http://schemas.openxmlformats.org/officeDocument/2006/relationships/image" Target="../media/image25.wmf"/><Relationship Id="rId4" Type="http://schemas.openxmlformats.org/officeDocument/2006/relationships/image" Target="../media/image6.wmf"/></Relationships>
</file>

<file path=ppt/drawings/_rels/vmlDrawing10.v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image" Target="../media/image9.wmf"/><Relationship Id="rId7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Relationship Id="rId6" Type="http://schemas.openxmlformats.org/officeDocument/2006/relationships/image" Target="../media/image6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Relationship Id="rId9" Type="http://schemas.openxmlformats.org/officeDocument/2006/relationships/image" Target="../media/image13.wmf"/></Relationships>
</file>

<file path=ppt/drawings/_rels/vmlDrawing1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image" Target="../media/image15.wmf"/><Relationship Id="rId1" Type="http://schemas.openxmlformats.org/officeDocument/2006/relationships/image" Target="../media/image14.wmf"/><Relationship Id="rId5" Type="http://schemas.openxmlformats.org/officeDocument/2006/relationships/image" Target="../media/image13.wmf"/><Relationship Id="rId4" Type="http://schemas.openxmlformats.org/officeDocument/2006/relationships/image" Target="../media/image30.wmf"/></Relationships>
</file>

<file path=ppt/drawings/_rels/vmlDrawing12.vml.rels><?xml version="1.0" encoding="UTF-8" standalone="yes"?>
<Relationships xmlns="http://schemas.openxmlformats.org/package/2006/relationships"><Relationship Id="rId8" Type="http://schemas.openxmlformats.org/officeDocument/2006/relationships/image" Target="../media/image13.wmf"/><Relationship Id="rId3" Type="http://schemas.openxmlformats.org/officeDocument/2006/relationships/image" Target="../media/image11.wmf"/><Relationship Id="rId7" Type="http://schemas.openxmlformats.org/officeDocument/2006/relationships/image" Target="../media/image29.wmf"/><Relationship Id="rId2" Type="http://schemas.openxmlformats.org/officeDocument/2006/relationships/image" Target="../media/image9.wmf"/><Relationship Id="rId1" Type="http://schemas.openxmlformats.org/officeDocument/2006/relationships/image" Target="../media/image31.wmf"/><Relationship Id="rId6" Type="http://schemas.openxmlformats.org/officeDocument/2006/relationships/image" Target="../media/image28.wmf"/><Relationship Id="rId5" Type="http://schemas.openxmlformats.org/officeDocument/2006/relationships/image" Target="../media/image6.wmf"/><Relationship Id="rId10" Type="http://schemas.openxmlformats.org/officeDocument/2006/relationships/image" Target="../media/image34.wmf"/><Relationship Id="rId4" Type="http://schemas.openxmlformats.org/officeDocument/2006/relationships/image" Target="../media/image32.wmf"/><Relationship Id="rId9" Type="http://schemas.openxmlformats.org/officeDocument/2006/relationships/image" Target="../media/image33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image" Target="../media/image35.wmf"/><Relationship Id="rId1" Type="http://schemas.openxmlformats.org/officeDocument/2006/relationships/image" Target="../media/image34.wmf"/><Relationship Id="rId4" Type="http://schemas.openxmlformats.org/officeDocument/2006/relationships/image" Target="../media/image2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C562A-981D-47B2-9559-A68511D3993F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405F6-5E6B-4FEB-A536-1C9B01A05A87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63765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9F1AFA5E-CE8A-4816-B854-0C6393024A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3769F805-0127-484A-AD81-8FE0A030FD32}" type="slidenum">
              <a:rPr lang="en-US" altLang="tr-TR" sz="12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</a:t>
            </a:fld>
            <a:endParaRPr lang="en-US" altLang="tr-TR" sz="12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4579" name="Text Box 2">
            <a:extLst>
              <a:ext uri="{FF2B5EF4-FFF2-40B4-BE49-F238E27FC236}">
                <a16:creationId xmlns:a16="http://schemas.microsoft.com/office/drawing/2014/main" id="{9B45EA71-E995-40CF-80C5-0D69A23552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3" y="603250"/>
            <a:ext cx="4132262" cy="30130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D8233B22-6B59-46C9-AE33-F47852296DC0}"/>
              </a:ext>
            </a:extLst>
          </p:cNvPr>
          <p:cNvSpPr>
            <a:spLocks noGrp="1" noChangeArrowheads="1"/>
          </p:cNvSpPr>
          <p:nvPr>
            <p:ph type="body"/>
          </p:nvPr>
        </p:nvSpPr>
        <p:spPr>
          <a:xfrm>
            <a:off x="827088" y="3817938"/>
            <a:ext cx="4546600" cy="36147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de-DE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17C078-B165-44B4-B94E-DE1BFC172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50A19B77-60D1-4BBD-AFBA-918D1D2855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A62BF09-E5F5-46F0-8CA8-5E0685615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5EEB168-B3F7-44B5-9044-99B180D83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FB05F97-7591-482C-BA78-80D8DFAD3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290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E4A3BBE-00A7-423B-9A92-A9C4915C1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06642C34-2228-477F-B201-7EB7A7A75A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6748EB3-7AC7-4E52-9D12-13F961090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49E2A3C4-9740-4DE4-9D3C-A7A72F94CA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BE47C3F-345B-4D53-89B7-39C050372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40066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F7455D8-48E7-4BF1-A207-194DC019A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AAC41FFB-19F2-42EB-8F09-161B24C971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B6B3EF54-5402-4E1F-8411-5CA057B07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E94EDB3-D146-4E54-A8BD-F1D523DEA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9F06F42B-9BFF-4F32-AFC3-FBD5DC607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6430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53F2B59-529C-4B47-A10B-123DEE6BA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9E6396F-F1DD-4914-AF7D-3D7361F3B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DAB516E8-05A9-41AB-A4E7-06CFD6A0E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C389242E-39F8-4944-9DE2-46B89DAF0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622D077-722D-4460-A5EF-2D11B44F9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C78A4E5E-45C7-4583-B22E-D7B9D1C5D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050894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54C1357-6001-403B-A58E-D475A5124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BAA737FE-CEA2-44E2-9D36-162B26F4A2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72ACED74-5067-4E87-ADF2-E230A9BA0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22E82453-220D-41A6-A3F5-CACCC58B80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115C6D22-8228-4A77-BD23-7754A9C995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C4CE69DA-5855-43CD-90FB-90F0FA88D6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C72FBB0A-E3F8-402C-A54E-7BFE00888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0DDCD618-F6AB-47E1-86E1-0FB2F90C70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3253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8167ECF-EE18-4DF8-B35C-0DA515B4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CD99728F-C41D-42A0-99C7-E1E140E29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EBA14AF-568E-42FC-B518-7899D5B8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3975D71-595B-48B3-89DB-34FECBF82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7586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A29C0079-E8A6-49E9-A4DE-B6BC7DE6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C19C8AB1-66E0-4126-B746-0FAA48D60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A69DD39A-B79E-4174-976E-C894BCAB2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6194610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9C3880E-4534-4F50-B0EA-BFC211FDB3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3B846501-65C2-438C-B02B-9AB39601E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8C4F82A7-D17D-420D-B72F-0B1E009C96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B87D5B57-810E-449D-B2DC-4B7350CB4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12BBD025-E48A-4A3A-87C4-2E8C474ED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41135C6A-EA50-442D-9A3E-BCCB969DE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251759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6A387CD-23F0-4288-8186-E076A0DA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2DDD815B-497B-4959-98B0-BDBF82792B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5721911C-E9DF-4356-BF00-7A7EF0A90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D8D38BFC-F452-405B-AF83-03C8DE247B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860FE98A-6C66-4513-B685-CD9CB8036F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A1B468F4-3675-469F-885B-3F187A05D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0450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804D9B5-D8E0-458F-BB9F-E3670C539D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67837439-FD44-4434-BB17-5D293B7286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9D7916B-9D43-4976-83DE-6937B8720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A4A7B3-67A7-47FA-8C10-085AB299D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5A744D08-DC78-4350-BAD9-F6AB9BB9F7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595131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BE89B40E-4A06-41C3-851A-D4665F7A4A3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3A34B96B-EE9E-4C63-A1C1-EEBEFC8DB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31B79E19-9708-4135-94F4-E63A7F34DF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B5B95918-A2E1-4FD6-A451-AA79854A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730CA16D-E170-4320-9A40-C83CD6C7E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67684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D22E562B-C7C5-43AE-90F4-B60CE8A49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85CD2A52-446D-444B-BC0A-B6DC897E59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B6FA2F6-FD78-4DC7-A2B6-5F4782CCD6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C8B7B8-586E-4690-B62F-1CB6710D31E9}" type="datetimeFigureOut">
              <a:rPr lang="tr-TR" smtClean="0"/>
              <a:t>6.11.2023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24A1A70F-C9E2-4298-84AA-0D8749F69D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A275522-2CA8-424C-B149-B48E083C98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F0723-255B-4054-9E40-3055FD2E1D16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906955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1.w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image" Target="../media/image1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9.bin"/><Relationship Id="rId5" Type="http://schemas.openxmlformats.org/officeDocument/2006/relationships/oleObject" Target="../embeddings/oleObject6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8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15.bin"/><Relationship Id="rId18" Type="http://schemas.openxmlformats.org/officeDocument/2006/relationships/oleObject" Target="../embeddings/oleObject19.bin"/><Relationship Id="rId3" Type="http://schemas.openxmlformats.org/officeDocument/2006/relationships/oleObject" Target="../embeddings/oleObject10.bin"/><Relationship Id="rId21" Type="http://schemas.openxmlformats.org/officeDocument/2006/relationships/image" Target="../media/image13.wmf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11.wmf"/><Relationship Id="rId17" Type="http://schemas.openxmlformats.org/officeDocument/2006/relationships/oleObject" Target="../embeddings/oleObject18.bin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17.bin"/><Relationship Id="rId20" Type="http://schemas.openxmlformats.org/officeDocument/2006/relationships/oleObject" Target="../embeddings/oleObject20.bin"/><Relationship Id="rId1" Type="http://schemas.openxmlformats.org/officeDocument/2006/relationships/vmlDrawing" Target="../drawings/vmlDrawing5.vml"/><Relationship Id="rId6" Type="http://schemas.openxmlformats.org/officeDocument/2006/relationships/image" Target="../media/image8.wmf"/><Relationship Id="rId11" Type="http://schemas.openxmlformats.org/officeDocument/2006/relationships/oleObject" Target="../embeddings/oleObject14.bin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10" Type="http://schemas.openxmlformats.org/officeDocument/2006/relationships/image" Target="../media/image10.wmf"/><Relationship Id="rId19" Type="http://schemas.openxmlformats.org/officeDocument/2006/relationships/image" Target="../media/image12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6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w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25.bin"/><Relationship Id="rId5" Type="http://schemas.openxmlformats.org/officeDocument/2006/relationships/oleObject" Target="../embeddings/oleObject22.bin"/><Relationship Id="rId10" Type="http://schemas.openxmlformats.org/officeDocument/2006/relationships/image" Target="../media/image13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24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26.bin"/><Relationship Id="rId21" Type="http://schemas.openxmlformats.org/officeDocument/2006/relationships/image" Target="../media/image16.wmf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19.wmf"/><Relationship Id="rId17" Type="http://schemas.openxmlformats.org/officeDocument/2006/relationships/oleObject" Target="../embeddings/oleObject34.bin"/><Relationship Id="rId25" Type="http://schemas.openxmlformats.org/officeDocument/2006/relationships/image" Target="../media/image20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33.bin"/><Relationship Id="rId20" Type="http://schemas.openxmlformats.org/officeDocument/2006/relationships/oleObject" Target="../embeddings/oleObject36.bin"/><Relationship Id="rId1" Type="http://schemas.openxmlformats.org/officeDocument/2006/relationships/vmlDrawing" Target="../drawings/vmlDrawing7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30.bin"/><Relationship Id="rId24" Type="http://schemas.openxmlformats.org/officeDocument/2006/relationships/oleObject" Target="../embeddings/oleObject38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23" Type="http://schemas.openxmlformats.org/officeDocument/2006/relationships/image" Target="../media/image17.wmf"/><Relationship Id="rId10" Type="http://schemas.openxmlformats.org/officeDocument/2006/relationships/image" Target="../media/image11.wmf"/><Relationship Id="rId19" Type="http://schemas.openxmlformats.org/officeDocument/2006/relationships/oleObject" Target="../embeddings/oleObject35.bin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6.wmf"/><Relationship Id="rId22" Type="http://schemas.openxmlformats.org/officeDocument/2006/relationships/oleObject" Target="../embeddings/oleObject37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wmf"/><Relationship Id="rId3" Type="http://schemas.openxmlformats.org/officeDocument/2006/relationships/oleObject" Target="../embeddings/oleObject39.bin"/><Relationship Id="rId7" Type="http://schemas.openxmlformats.org/officeDocument/2006/relationships/oleObject" Target="../embeddings/oleObject41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21.wmf"/><Relationship Id="rId11" Type="http://schemas.openxmlformats.org/officeDocument/2006/relationships/oleObject" Target="../embeddings/oleObject43.bin"/><Relationship Id="rId5" Type="http://schemas.openxmlformats.org/officeDocument/2006/relationships/oleObject" Target="../embeddings/oleObject40.bin"/><Relationship Id="rId10" Type="http://schemas.openxmlformats.org/officeDocument/2006/relationships/image" Target="../media/image1.wmf"/><Relationship Id="rId4" Type="http://schemas.openxmlformats.org/officeDocument/2006/relationships/image" Target="../media/image20.wmf"/><Relationship Id="rId9" Type="http://schemas.openxmlformats.org/officeDocument/2006/relationships/oleObject" Target="../embeddings/oleObject42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44.bin"/><Relationship Id="rId7" Type="http://schemas.openxmlformats.org/officeDocument/2006/relationships/oleObject" Target="../embeddings/oleObject46.bin"/><Relationship Id="rId12" Type="http://schemas.openxmlformats.org/officeDocument/2006/relationships/image" Target="../media/image2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4.wmf"/><Relationship Id="rId11" Type="http://schemas.openxmlformats.org/officeDocument/2006/relationships/oleObject" Target="../embeddings/oleObject48.bin"/><Relationship Id="rId5" Type="http://schemas.openxmlformats.org/officeDocument/2006/relationships/oleObject" Target="../embeddings/oleObject45.bin"/><Relationship Id="rId10" Type="http://schemas.openxmlformats.org/officeDocument/2006/relationships/image" Target="../media/image6.wmf"/><Relationship Id="rId4" Type="http://schemas.openxmlformats.org/officeDocument/2006/relationships/image" Target="../media/image24.wmf"/><Relationship Id="rId9" Type="http://schemas.openxmlformats.org/officeDocument/2006/relationships/oleObject" Target="../embeddings/oleObject47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oleObject" Target="../embeddings/oleObject54.bin"/><Relationship Id="rId18" Type="http://schemas.openxmlformats.org/officeDocument/2006/relationships/oleObject" Target="../embeddings/oleObject57.bin"/><Relationship Id="rId3" Type="http://schemas.openxmlformats.org/officeDocument/2006/relationships/oleObject" Target="../embeddings/oleObject49.bin"/><Relationship Id="rId21" Type="http://schemas.openxmlformats.org/officeDocument/2006/relationships/image" Target="../media/image13.wmf"/><Relationship Id="rId7" Type="http://schemas.openxmlformats.org/officeDocument/2006/relationships/oleObject" Target="../embeddings/oleObject51.bin"/><Relationship Id="rId12" Type="http://schemas.openxmlformats.org/officeDocument/2006/relationships/image" Target="../media/image11.wmf"/><Relationship Id="rId17" Type="http://schemas.openxmlformats.org/officeDocument/2006/relationships/image" Target="../media/image28.wmf"/><Relationship Id="rId2" Type="http://schemas.openxmlformats.org/officeDocument/2006/relationships/slideLayout" Target="../slideLayouts/slideLayout7.xml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1" Type="http://schemas.openxmlformats.org/officeDocument/2006/relationships/vmlDrawing" Target="../drawings/vmlDrawing10.vml"/><Relationship Id="rId6" Type="http://schemas.openxmlformats.org/officeDocument/2006/relationships/image" Target="../media/image27.wmf"/><Relationship Id="rId11" Type="http://schemas.openxmlformats.org/officeDocument/2006/relationships/oleObject" Target="../embeddings/oleObject53.bin"/><Relationship Id="rId5" Type="http://schemas.openxmlformats.org/officeDocument/2006/relationships/oleObject" Target="../embeddings/oleObject50.bin"/><Relationship Id="rId15" Type="http://schemas.openxmlformats.org/officeDocument/2006/relationships/oleObject" Target="../embeddings/oleObject55.bin"/><Relationship Id="rId10" Type="http://schemas.openxmlformats.org/officeDocument/2006/relationships/image" Target="../media/image10.wmf"/><Relationship Id="rId19" Type="http://schemas.openxmlformats.org/officeDocument/2006/relationships/image" Target="../media/image12.wmf"/><Relationship Id="rId4" Type="http://schemas.openxmlformats.org/officeDocument/2006/relationships/image" Target="../media/image26.wmf"/><Relationship Id="rId9" Type="http://schemas.openxmlformats.org/officeDocument/2006/relationships/oleObject" Target="../embeddings/oleObject52.bin"/><Relationship Id="rId14" Type="http://schemas.openxmlformats.org/officeDocument/2006/relationships/image" Target="../media/image6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wmf"/><Relationship Id="rId3" Type="http://schemas.openxmlformats.org/officeDocument/2006/relationships/oleObject" Target="../embeddings/oleObject59.bin"/><Relationship Id="rId7" Type="http://schemas.openxmlformats.org/officeDocument/2006/relationships/oleObject" Target="../embeddings/oleObject61.bin"/><Relationship Id="rId12" Type="http://schemas.openxmlformats.org/officeDocument/2006/relationships/image" Target="../media/image13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1.vml"/><Relationship Id="rId6" Type="http://schemas.openxmlformats.org/officeDocument/2006/relationships/image" Target="../media/image15.wmf"/><Relationship Id="rId11" Type="http://schemas.openxmlformats.org/officeDocument/2006/relationships/oleObject" Target="../embeddings/oleObject63.bin"/><Relationship Id="rId5" Type="http://schemas.openxmlformats.org/officeDocument/2006/relationships/oleObject" Target="../embeddings/oleObject60.bin"/><Relationship Id="rId10" Type="http://schemas.openxmlformats.org/officeDocument/2006/relationships/image" Target="../media/image30.wmf"/><Relationship Id="rId4" Type="http://schemas.openxmlformats.org/officeDocument/2006/relationships/image" Target="../media/image14.wmf"/><Relationship Id="rId9" Type="http://schemas.openxmlformats.org/officeDocument/2006/relationships/oleObject" Target="../embeddings/oleObject62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wmf"/><Relationship Id="rId13" Type="http://schemas.openxmlformats.org/officeDocument/2006/relationships/oleObject" Target="../embeddings/oleObject69.bin"/><Relationship Id="rId18" Type="http://schemas.openxmlformats.org/officeDocument/2006/relationships/image" Target="../media/image13.wmf"/><Relationship Id="rId3" Type="http://schemas.openxmlformats.org/officeDocument/2006/relationships/oleObject" Target="../embeddings/oleObject64.bin"/><Relationship Id="rId21" Type="http://schemas.openxmlformats.org/officeDocument/2006/relationships/oleObject" Target="../embeddings/oleObject73.bin"/><Relationship Id="rId7" Type="http://schemas.openxmlformats.org/officeDocument/2006/relationships/oleObject" Target="../embeddings/oleObject66.bin"/><Relationship Id="rId12" Type="http://schemas.openxmlformats.org/officeDocument/2006/relationships/image" Target="../media/image6.wmf"/><Relationship Id="rId17" Type="http://schemas.openxmlformats.org/officeDocument/2006/relationships/oleObject" Target="../embeddings/oleObject71.bin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29.wmf"/><Relationship Id="rId20" Type="http://schemas.openxmlformats.org/officeDocument/2006/relationships/image" Target="../media/image33.wmf"/><Relationship Id="rId1" Type="http://schemas.openxmlformats.org/officeDocument/2006/relationships/vmlDrawing" Target="../drawings/vmlDrawing12.vml"/><Relationship Id="rId6" Type="http://schemas.openxmlformats.org/officeDocument/2006/relationships/image" Target="../media/image9.wmf"/><Relationship Id="rId11" Type="http://schemas.openxmlformats.org/officeDocument/2006/relationships/oleObject" Target="../embeddings/oleObject68.bin"/><Relationship Id="rId5" Type="http://schemas.openxmlformats.org/officeDocument/2006/relationships/oleObject" Target="../embeddings/oleObject65.bin"/><Relationship Id="rId15" Type="http://schemas.openxmlformats.org/officeDocument/2006/relationships/oleObject" Target="../embeddings/oleObject70.bin"/><Relationship Id="rId10" Type="http://schemas.openxmlformats.org/officeDocument/2006/relationships/image" Target="../media/image32.wmf"/><Relationship Id="rId19" Type="http://schemas.openxmlformats.org/officeDocument/2006/relationships/oleObject" Target="../embeddings/oleObject72.bin"/><Relationship Id="rId4" Type="http://schemas.openxmlformats.org/officeDocument/2006/relationships/image" Target="../media/image31.wmf"/><Relationship Id="rId9" Type="http://schemas.openxmlformats.org/officeDocument/2006/relationships/oleObject" Target="../embeddings/oleObject67.bin"/><Relationship Id="rId14" Type="http://schemas.openxmlformats.org/officeDocument/2006/relationships/image" Target="../media/image28.wmf"/><Relationship Id="rId22" Type="http://schemas.openxmlformats.org/officeDocument/2006/relationships/image" Target="../media/image34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wmf"/><Relationship Id="rId3" Type="http://schemas.openxmlformats.org/officeDocument/2006/relationships/oleObject" Target="../embeddings/oleObject74.bin"/><Relationship Id="rId7" Type="http://schemas.openxmlformats.org/officeDocument/2006/relationships/oleObject" Target="../embeddings/oleObject76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75.bin"/><Relationship Id="rId10" Type="http://schemas.openxmlformats.org/officeDocument/2006/relationships/image" Target="../media/image22.wmf"/><Relationship Id="rId4" Type="http://schemas.openxmlformats.org/officeDocument/2006/relationships/image" Target="../media/image34.wmf"/><Relationship Id="rId9" Type="http://schemas.openxmlformats.org/officeDocument/2006/relationships/oleObject" Target="../embeddings/oleObject77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>
            <a:extLst>
              <a:ext uri="{FF2B5EF4-FFF2-40B4-BE49-F238E27FC236}">
                <a16:creationId xmlns:a16="http://schemas.microsoft.com/office/drawing/2014/main" id="{F263CB78-7835-44DC-891D-223CFF8F134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1676400"/>
            <a:ext cx="8382000" cy="26606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90000" tIns="46800" rIns="90000" bIns="46800">
            <a:spAutoFit/>
          </a:bodyPr>
          <a:lstStyle>
            <a:lvl1pPr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 defTabSz="457200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defTabSz="4572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ctr">
              <a:lnSpc>
                <a:spcPct val="91000"/>
              </a:lnSpc>
              <a:spcBef>
                <a:spcPts val="2750"/>
              </a:spcBef>
              <a:buClr>
                <a:srgbClr val="000000"/>
              </a:buClr>
              <a:buSzPct val="100000"/>
            </a:pPr>
            <a:r>
              <a:rPr lang="tr-TR" altLang="tr-TR" sz="4400" dirty="0">
                <a:solidFill>
                  <a:srgbClr val="000000"/>
                </a:solidFill>
              </a:rPr>
              <a:t>Biçimsel Diller ve Soyut Makineler</a:t>
            </a:r>
            <a:endParaRPr lang="en-GB" altLang="tr-TR" sz="4400" dirty="0">
              <a:solidFill>
                <a:srgbClr val="000000"/>
              </a:solidFill>
            </a:endParaRPr>
          </a:p>
          <a:p>
            <a:pPr algn="ctr">
              <a:spcBef>
                <a:spcPts val="2750"/>
              </a:spcBef>
              <a:buClr>
                <a:srgbClr val="000000"/>
              </a:buClr>
              <a:buSzPct val="100000"/>
            </a:pPr>
            <a:r>
              <a:rPr lang="tr-TR" altLang="tr-TR" sz="2000" dirty="0">
                <a:solidFill>
                  <a:srgbClr val="000000"/>
                </a:solidFill>
              </a:rPr>
              <a:t>Hafta 5</a:t>
            </a:r>
          </a:p>
          <a:p>
            <a:pPr algn="ctr">
              <a:spcBef>
                <a:spcPts val="2750"/>
              </a:spcBef>
              <a:buClr>
                <a:srgbClr val="000000"/>
              </a:buClr>
              <a:buSzPct val="100000"/>
            </a:pPr>
            <a:r>
              <a:rPr lang="tr-TR" altLang="tr-TR" sz="2000" dirty="0" err="1">
                <a:solidFill>
                  <a:srgbClr val="000000"/>
                </a:solidFill>
              </a:rPr>
              <a:t>Pumping</a:t>
            </a:r>
            <a:r>
              <a:rPr lang="tr-TR" altLang="tr-TR" sz="2000" dirty="0">
                <a:solidFill>
                  <a:srgbClr val="000000"/>
                </a:solidFill>
              </a:rPr>
              <a:t> </a:t>
            </a:r>
            <a:r>
              <a:rPr lang="tr-TR" altLang="tr-TR" sz="2000" dirty="0" err="1">
                <a:solidFill>
                  <a:srgbClr val="000000"/>
                </a:solidFill>
              </a:rPr>
              <a:t>Lemma</a:t>
            </a:r>
            <a:r>
              <a:rPr lang="tr-TR" altLang="tr-TR" sz="2000" dirty="0">
                <a:solidFill>
                  <a:srgbClr val="000000"/>
                </a:solidFill>
              </a:rPr>
              <a:t> </a:t>
            </a:r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0" nodeType="mainSeq"/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1 Slayt Numarası Yer Tutucusu">
            <a:extLst>
              <a:ext uri="{FF2B5EF4-FFF2-40B4-BE49-F238E27FC236}">
                <a16:creationId xmlns:a16="http://schemas.microsoft.com/office/drawing/2014/main" id="{2B338075-7026-4C23-B970-E179133EF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89C3C1A9-A87D-450F-ADC3-EF0301A2630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16387" name="Group 2">
            <a:extLst>
              <a:ext uri="{FF2B5EF4-FFF2-40B4-BE49-F238E27FC236}">
                <a16:creationId xmlns:a16="http://schemas.microsoft.com/office/drawing/2014/main" id="{18E29A27-1650-4B13-B740-AFE83FA36C33}"/>
              </a:ext>
            </a:extLst>
          </p:cNvPr>
          <p:cNvGrpSpPr>
            <a:grpSpLocks/>
          </p:cNvGrpSpPr>
          <p:nvPr/>
        </p:nvGrpSpPr>
        <p:grpSpPr bwMode="auto">
          <a:xfrm>
            <a:off x="1666875" y="500064"/>
            <a:ext cx="8286750" cy="3214687"/>
            <a:chOff x="1815" y="8415"/>
            <a:chExt cx="8805" cy="3225"/>
          </a:xfrm>
        </p:grpSpPr>
        <p:cxnSp>
          <p:nvCxnSpPr>
            <p:cNvPr id="16389" name="AutoShape 3">
              <a:extLst>
                <a:ext uri="{FF2B5EF4-FFF2-40B4-BE49-F238E27FC236}">
                  <a16:creationId xmlns:a16="http://schemas.microsoft.com/office/drawing/2014/main" id="{0D186EC0-4B49-48A7-833C-F7EE802BF3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430" y="9061"/>
              <a:ext cx="390" cy="0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6390" name="Group 4">
              <a:extLst>
                <a:ext uri="{FF2B5EF4-FFF2-40B4-BE49-F238E27FC236}">
                  <a16:creationId xmlns:a16="http://schemas.microsoft.com/office/drawing/2014/main" id="{B4509FF8-946C-43B3-8BEA-7453A386AE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15" y="8415"/>
              <a:ext cx="8805" cy="3225"/>
              <a:chOff x="1785" y="8400"/>
              <a:chExt cx="8805" cy="3225"/>
            </a:xfrm>
          </p:grpSpPr>
          <p:sp>
            <p:nvSpPr>
              <p:cNvPr id="16391" name="Oval 5">
                <a:extLst>
                  <a:ext uri="{FF2B5EF4-FFF2-40B4-BE49-F238E27FC236}">
                    <a16:creationId xmlns:a16="http://schemas.microsoft.com/office/drawing/2014/main" id="{04F30942-48C4-4FA1-8370-5B20E91CC1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40" y="8745"/>
                <a:ext cx="645" cy="5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900">
                    <a:latin typeface="Calibri" panose="020F0502020204030204" pitchFamily="34" charset="0"/>
                  </a:rPr>
                  <a:t>q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1</a:t>
                </a:r>
                <a:endParaRPr lang="tr-TR" altLang="tr-TR" sz="1100">
                  <a:latin typeface="Times New Roman" panose="02020603050405020304" pitchFamily="18" charset="0"/>
                </a:endParaRPr>
              </a:p>
              <a:p>
                <a:endParaRPr lang="tr-TR" altLang="tr-TR"/>
              </a:p>
            </p:txBody>
          </p:sp>
          <p:cxnSp>
            <p:nvCxnSpPr>
              <p:cNvPr id="16392" name="AutoShape 6">
                <a:extLst>
                  <a:ext uri="{FF2B5EF4-FFF2-40B4-BE49-F238E27FC236}">
                    <a16:creationId xmlns:a16="http://schemas.microsoft.com/office/drawing/2014/main" id="{05313053-420F-45C7-96E0-845BF9B9E4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1785" y="9045"/>
                <a:ext cx="55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393" name="Oval 7">
                <a:extLst>
                  <a:ext uri="{FF2B5EF4-FFF2-40B4-BE49-F238E27FC236}">
                    <a16:creationId xmlns:a16="http://schemas.microsoft.com/office/drawing/2014/main" id="{7255373A-1332-4CC7-BA17-D907917A29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0" y="8745"/>
                <a:ext cx="645" cy="5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900">
                    <a:latin typeface="Calibri" panose="020F0502020204030204" pitchFamily="34" charset="0"/>
                  </a:rPr>
                  <a:t>q</a:t>
                </a:r>
                <a:r>
                  <a:rPr lang="tr-TR" altLang="tr-TR" sz="900" baseline="-25000">
                    <a:latin typeface="Calibri" panose="020F0502020204030204" pitchFamily="34" charset="0"/>
                  </a:rPr>
                  <a:t>2</a:t>
                </a:r>
                <a:endParaRPr lang="tr-TR" altLang="tr-TR"/>
              </a:p>
            </p:txBody>
          </p:sp>
          <p:cxnSp>
            <p:nvCxnSpPr>
              <p:cNvPr id="16394" name="AutoShape 8">
                <a:extLst>
                  <a:ext uri="{FF2B5EF4-FFF2-40B4-BE49-F238E27FC236}">
                    <a16:creationId xmlns:a16="http://schemas.microsoft.com/office/drawing/2014/main" id="{0683B9BE-9060-49F0-AE75-5D940A9A0AE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2985" y="9045"/>
                <a:ext cx="55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395" name="Oval 9">
                <a:extLst>
                  <a:ext uri="{FF2B5EF4-FFF2-40B4-BE49-F238E27FC236}">
                    <a16:creationId xmlns:a16="http://schemas.microsoft.com/office/drawing/2014/main" id="{B0C95834-FA06-4155-BD7C-10F6554298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55" y="8745"/>
                <a:ext cx="645" cy="5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900">
                    <a:latin typeface="Calibri" panose="020F0502020204030204" pitchFamily="34" charset="0"/>
                  </a:rPr>
                  <a:t>q</a:t>
                </a:r>
                <a:r>
                  <a:rPr lang="tr-TR" altLang="tr-TR" sz="900" baseline="-25000">
                    <a:latin typeface="Calibri" panose="020F0502020204030204" pitchFamily="34" charset="0"/>
                  </a:rPr>
                  <a:t>3</a:t>
                </a:r>
                <a:endParaRPr lang="tr-TR" altLang="tr-TR"/>
              </a:p>
            </p:txBody>
          </p:sp>
          <p:cxnSp>
            <p:nvCxnSpPr>
              <p:cNvPr id="16396" name="AutoShape 10">
                <a:extLst>
                  <a:ext uri="{FF2B5EF4-FFF2-40B4-BE49-F238E27FC236}">
                    <a16:creationId xmlns:a16="http://schemas.microsoft.com/office/drawing/2014/main" id="{6873CB01-BA97-448D-BAC9-BA6ED52097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4200" y="9045"/>
                <a:ext cx="55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397" name="Oval 11">
                <a:extLst>
                  <a:ext uri="{FF2B5EF4-FFF2-40B4-BE49-F238E27FC236}">
                    <a16:creationId xmlns:a16="http://schemas.microsoft.com/office/drawing/2014/main" id="{D23BCFF1-6507-4E22-A096-67FF162D35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95" y="8505"/>
                <a:ext cx="945" cy="91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1000">
                    <a:latin typeface="Calibri" panose="020F0502020204030204" pitchFamily="34" charset="0"/>
                  </a:rPr>
                  <a:t>q</a:t>
                </a:r>
                <a:r>
                  <a:rPr lang="tr-TR" altLang="tr-TR" sz="1000" baseline="-25000">
                    <a:latin typeface="Calibri" panose="020F0502020204030204" pitchFamily="34" charset="0"/>
                  </a:rPr>
                  <a:t>k+1</a:t>
                </a:r>
                <a:endParaRPr lang="tr-TR" altLang="tr-TR"/>
              </a:p>
            </p:txBody>
          </p:sp>
          <p:cxnSp>
            <p:nvCxnSpPr>
              <p:cNvPr id="16398" name="AutoShape 12">
                <a:extLst>
                  <a:ext uri="{FF2B5EF4-FFF2-40B4-BE49-F238E27FC236}">
                    <a16:creationId xmlns:a16="http://schemas.microsoft.com/office/drawing/2014/main" id="{DED5CCE0-DD71-4CF5-8B7A-7EEA224E734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7260" y="9045"/>
                <a:ext cx="735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52237" name="Oval 13">
                <a:extLst>
                  <a:ext uri="{FF2B5EF4-FFF2-40B4-BE49-F238E27FC236}">
                    <a16:creationId xmlns:a16="http://schemas.microsoft.com/office/drawing/2014/main" id="{936FA12D-F169-49C3-A4E6-8F5C950194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46" y="8746"/>
                <a:ext cx="644" cy="584"/>
              </a:xfrm>
              <a:prstGeom prst="ellipse">
                <a:avLst/>
              </a:prstGeom>
              <a:solidFill>
                <a:srgbClr val="4F81BD"/>
              </a:solidFill>
              <a:ln w="38100">
                <a:solidFill>
                  <a:srgbClr val="F2F2F2"/>
                </a:solidFill>
                <a:round/>
                <a:headEnd/>
                <a:tailEnd/>
              </a:ln>
              <a:effectLst>
                <a:outerShdw dist="28398" dir="3806097" algn="ctr" rotWithShape="0">
                  <a:srgbClr val="243F60">
                    <a:alpha val="50000"/>
                  </a:srgbClr>
                </a:outerShdw>
              </a:effectLst>
            </p:spPr>
            <p:txBody>
              <a:bodyPr/>
              <a:lstStyle/>
              <a:p>
                <a:pPr>
                  <a:defRPr/>
                </a:pPr>
                <a:endParaRPr lang="tr-TR">
                  <a:latin typeface="Comic Sans MS" pitchFamily="112" charset="0"/>
                </a:endParaRPr>
              </a:p>
            </p:txBody>
          </p:sp>
          <p:cxnSp>
            <p:nvCxnSpPr>
              <p:cNvPr id="16400" name="AutoShape 14">
                <a:extLst>
                  <a:ext uri="{FF2B5EF4-FFF2-40B4-BE49-F238E27FC236}">
                    <a16:creationId xmlns:a16="http://schemas.microsoft.com/office/drawing/2014/main" id="{F1C8EEB5-F8CA-4F1A-828A-E252D7E31CE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8940" y="9046"/>
                <a:ext cx="480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01" name="Oval 15">
                <a:extLst>
                  <a:ext uri="{FF2B5EF4-FFF2-40B4-BE49-F238E27FC236}">
                    <a16:creationId xmlns:a16="http://schemas.microsoft.com/office/drawing/2014/main" id="{55CD6ABE-1491-4728-B822-D60FFBC97C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5" y="8580"/>
                <a:ext cx="1005" cy="960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1100">
                    <a:latin typeface="Calibri" panose="020F0502020204030204" pitchFamily="34" charset="0"/>
                  </a:rPr>
                  <a:t>q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j</a:t>
                </a:r>
                <a:r>
                  <a:rPr lang="tr-TR" altLang="tr-TR" sz="1100">
                    <a:latin typeface="Calibri" panose="020F0502020204030204" pitchFamily="34" charset="0"/>
                  </a:rPr>
                  <a:t>=q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k</a:t>
                </a:r>
                <a:endParaRPr lang="tr-TR" altLang="tr-TR"/>
              </a:p>
            </p:txBody>
          </p:sp>
          <p:cxnSp>
            <p:nvCxnSpPr>
              <p:cNvPr id="16402" name="AutoShape 16">
                <a:extLst>
                  <a:ext uri="{FF2B5EF4-FFF2-40B4-BE49-F238E27FC236}">
                    <a16:creationId xmlns:a16="http://schemas.microsoft.com/office/drawing/2014/main" id="{CF8034C2-A10E-4F32-8C9D-3F4651B2111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5790" y="9045"/>
                <a:ext cx="465" cy="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03" name="Oval 17">
                <a:extLst>
                  <a:ext uri="{FF2B5EF4-FFF2-40B4-BE49-F238E27FC236}">
                    <a16:creationId xmlns:a16="http://schemas.microsoft.com/office/drawing/2014/main" id="{862598B2-1644-4462-8D09-FF7CF24721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260" y="9960"/>
                <a:ext cx="825" cy="5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1000">
                    <a:latin typeface="Calibri" panose="020F0502020204030204" pitchFamily="34" charset="0"/>
                  </a:rPr>
                  <a:t>q</a:t>
                </a:r>
                <a:r>
                  <a:rPr lang="tr-TR" altLang="tr-TR" sz="1000" baseline="-25000">
                    <a:latin typeface="Calibri" panose="020F0502020204030204" pitchFamily="34" charset="0"/>
                  </a:rPr>
                  <a:t>j+1</a:t>
                </a:r>
                <a:endParaRPr lang="tr-TR" altLang="tr-TR"/>
              </a:p>
            </p:txBody>
          </p:sp>
          <p:sp>
            <p:nvSpPr>
              <p:cNvPr id="16404" name="Oval 18">
                <a:extLst>
                  <a:ext uri="{FF2B5EF4-FFF2-40B4-BE49-F238E27FC236}">
                    <a16:creationId xmlns:a16="http://schemas.microsoft.com/office/drawing/2014/main" id="{C0A88D65-8850-4471-9A0C-88F818DABE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420" y="11040"/>
                <a:ext cx="645" cy="5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tr-TR" altLang="tr-TR"/>
              </a:p>
            </p:txBody>
          </p:sp>
          <p:sp>
            <p:nvSpPr>
              <p:cNvPr id="16405" name="Oval 19">
                <a:extLst>
                  <a:ext uri="{FF2B5EF4-FFF2-40B4-BE49-F238E27FC236}">
                    <a16:creationId xmlns:a16="http://schemas.microsoft.com/office/drawing/2014/main" id="{3C2FF6B3-AB8B-4A9A-9097-61D98574B7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90" y="9960"/>
                <a:ext cx="645" cy="585"/>
              </a:xfrm>
              <a:prstGeom prst="ellipse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endParaRPr lang="tr-TR" altLang="tr-TR"/>
              </a:p>
            </p:txBody>
          </p:sp>
          <p:cxnSp>
            <p:nvCxnSpPr>
              <p:cNvPr id="16406" name="AutoShape 20">
                <a:extLst>
                  <a:ext uri="{FF2B5EF4-FFF2-40B4-BE49-F238E27FC236}">
                    <a16:creationId xmlns:a16="http://schemas.microsoft.com/office/drawing/2014/main" id="{5F7658B6-7AB5-450F-A441-3336F1FC091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16200000" flipH="1">
                <a:off x="6938" y="9547"/>
                <a:ext cx="630" cy="375"/>
              </a:xfrm>
              <a:prstGeom prst="curvedConnector3">
                <a:avLst>
                  <a:gd name="adj1" fmla="val 14440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07" name="AutoShape 21">
                <a:extLst>
                  <a:ext uri="{FF2B5EF4-FFF2-40B4-BE49-F238E27FC236}">
                    <a16:creationId xmlns:a16="http://schemas.microsoft.com/office/drawing/2014/main" id="{880A2A9C-EA29-4FB4-AF5B-D339D9A057A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685" y="9420"/>
                <a:ext cx="660" cy="540"/>
              </a:xfrm>
              <a:prstGeom prst="curvedConnector3">
                <a:avLst>
                  <a:gd name="adj1" fmla="val 9088"/>
                </a:avLst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08" name="AutoShape 22">
                <a:extLst>
                  <a:ext uri="{FF2B5EF4-FFF2-40B4-BE49-F238E27FC236}">
                    <a16:creationId xmlns:a16="http://schemas.microsoft.com/office/drawing/2014/main" id="{F2EBAC72-B18B-4C20-BB89-31E8967D258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 flipH="1">
                <a:off x="5648" y="10582"/>
                <a:ext cx="810" cy="735"/>
              </a:xfrm>
              <a:prstGeom prst="curvedConnector3">
                <a:avLst>
                  <a:gd name="adj1" fmla="val 0"/>
                </a:avLst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6409" name="AutoShape 23">
                <a:extLst>
                  <a:ext uri="{FF2B5EF4-FFF2-40B4-BE49-F238E27FC236}">
                    <a16:creationId xmlns:a16="http://schemas.microsoft.com/office/drawing/2014/main" id="{43780AEA-E338-4817-A60D-D33D8EEDD6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rot="5400000">
                <a:off x="6983" y="10627"/>
                <a:ext cx="810" cy="645"/>
              </a:xfrm>
              <a:prstGeom prst="curvedConnector3">
                <a:avLst>
                  <a:gd name="adj1" fmla="val 92713"/>
                </a:avLst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6410" name="Text Box 24">
                <a:extLst>
                  <a:ext uri="{FF2B5EF4-FFF2-40B4-BE49-F238E27FC236}">
                    <a16:creationId xmlns:a16="http://schemas.microsoft.com/office/drawing/2014/main" id="{EA95171E-A764-45A1-AD7E-4C3E6817DF3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79" y="8505"/>
                <a:ext cx="561" cy="39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1100">
                    <a:latin typeface="Calibri" panose="020F0502020204030204" pitchFamily="34" charset="0"/>
                  </a:rPr>
                  <a:t>a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1</a:t>
                </a:r>
                <a:endParaRPr lang="tr-TR" altLang="tr-TR"/>
              </a:p>
            </p:txBody>
          </p:sp>
          <p:sp>
            <p:nvSpPr>
              <p:cNvPr id="16411" name="Text Box 25">
                <a:extLst>
                  <a:ext uri="{FF2B5EF4-FFF2-40B4-BE49-F238E27FC236}">
                    <a16:creationId xmlns:a16="http://schemas.microsoft.com/office/drawing/2014/main" id="{B3044EC3-A4DD-4948-9C71-B894532BE8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5" y="8505"/>
                <a:ext cx="561" cy="392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 algn="ctr">
                  <a:spcAft>
                    <a:spcPts val="1000"/>
                  </a:spcAft>
                </a:pPr>
                <a:r>
                  <a:rPr lang="tr-TR" altLang="tr-TR" sz="1100">
                    <a:latin typeface="Calibri" panose="020F0502020204030204" pitchFamily="34" charset="0"/>
                  </a:rPr>
                  <a:t>a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2</a:t>
                </a:r>
                <a:endParaRPr lang="tr-TR" altLang="tr-TR"/>
              </a:p>
            </p:txBody>
          </p:sp>
          <p:sp>
            <p:nvSpPr>
              <p:cNvPr id="16412" name="Text Box 26">
                <a:extLst>
                  <a:ext uri="{FF2B5EF4-FFF2-40B4-BE49-F238E27FC236}">
                    <a16:creationId xmlns:a16="http://schemas.microsoft.com/office/drawing/2014/main" id="{5F5A445C-AD55-4C13-8747-B397B65F3FD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260" y="8400"/>
                <a:ext cx="636" cy="49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1100">
                    <a:latin typeface="Calibri" panose="020F0502020204030204" pitchFamily="34" charset="0"/>
                  </a:rPr>
                  <a:t>a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k+1</a:t>
                </a:r>
                <a:endParaRPr lang="tr-TR" altLang="tr-TR"/>
              </a:p>
            </p:txBody>
          </p:sp>
          <p:sp>
            <p:nvSpPr>
              <p:cNvPr id="16413" name="Text Box 27">
                <a:extLst>
                  <a:ext uri="{FF2B5EF4-FFF2-40B4-BE49-F238E27FC236}">
                    <a16:creationId xmlns:a16="http://schemas.microsoft.com/office/drawing/2014/main" id="{5475D194-F54A-4D9B-AF77-90155D1ADFB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309" y="8400"/>
                <a:ext cx="636" cy="497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FFFFFF"/>
                </a:solidFill>
                <a:miter lim="800000"/>
                <a:headEnd/>
                <a:tailEnd/>
              </a:ln>
            </p:spPr>
            <p:txBody>
              <a:bodyPr/>
              <a:lstStyle>
                <a:lvl1pPr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1pPr>
                <a:lvl2pPr marL="742950" indent="-28575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2pPr>
                <a:lvl3pPr marL="11430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3pPr>
                <a:lvl4pPr marL="16002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4pPr>
                <a:lvl5pPr marL="2057400" indent="-228600"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defRPr sz="3200">
                    <a:solidFill>
                      <a:schemeClr val="accent2"/>
                    </a:solidFill>
                    <a:latin typeface="Comic Sans MS" panose="030F0702030302020204" pitchFamily="66" charset="0"/>
                  </a:defRPr>
                </a:lvl9pPr>
              </a:lstStyle>
              <a:p>
                <a:pPr>
                  <a:spcAft>
                    <a:spcPts val="1000"/>
                  </a:spcAft>
                </a:pPr>
                <a:r>
                  <a:rPr lang="tr-TR" altLang="tr-TR" sz="1100">
                    <a:latin typeface="Calibri" panose="020F0502020204030204" pitchFamily="34" charset="0"/>
                  </a:rPr>
                  <a:t>a</a:t>
                </a:r>
                <a:r>
                  <a:rPr lang="tr-TR" altLang="tr-TR" sz="1100" baseline="-25000">
                    <a:latin typeface="Calibri" panose="020F0502020204030204" pitchFamily="34" charset="0"/>
                  </a:rPr>
                  <a:t>n+1</a:t>
                </a:r>
                <a:endParaRPr lang="tr-TR" altLang="tr-TR"/>
              </a:p>
            </p:txBody>
          </p:sp>
          <p:cxnSp>
            <p:nvCxnSpPr>
              <p:cNvPr id="16414" name="AutoShape 28">
                <a:extLst>
                  <a:ext uri="{FF2B5EF4-FFF2-40B4-BE49-F238E27FC236}">
                    <a16:creationId xmlns:a16="http://schemas.microsoft.com/office/drawing/2014/main" id="{4783E0FD-CDA1-4AB9-BF31-5E0B187AD89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5" y="9045"/>
                <a:ext cx="420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</p:grpSp>
      <p:sp>
        <p:nvSpPr>
          <p:cNvPr id="16388" name="29 Dikdörtgen">
            <a:extLst>
              <a:ext uri="{FF2B5EF4-FFF2-40B4-BE49-F238E27FC236}">
                <a16:creationId xmlns:a16="http://schemas.microsoft.com/office/drawing/2014/main" id="{C5CDD793-D153-41AB-AA83-D9AA16BD27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81189" y="3929064"/>
            <a:ext cx="8358187" cy="25545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 sz="2000"/>
              <a:t>n+1 uzunluklu bir katarı taramak için (n+1) adet durum (q</a:t>
            </a:r>
            <a:r>
              <a:rPr lang="tr-TR" altLang="tr-TR" sz="2000" baseline="-25000"/>
              <a:t>1</a:t>
            </a:r>
            <a:r>
              <a:rPr lang="tr-TR" altLang="tr-TR" sz="2000"/>
              <a:t>, q</a:t>
            </a:r>
            <a:r>
              <a:rPr lang="tr-TR" altLang="tr-TR" sz="2000" baseline="-25000"/>
              <a:t>2</a:t>
            </a:r>
            <a:r>
              <a:rPr lang="tr-TR" altLang="tr-TR" sz="2000"/>
              <a:t> q</a:t>
            </a:r>
            <a:r>
              <a:rPr lang="tr-TR" altLang="tr-TR" sz="2000" baseline="-25000"/>
              <a:t>3</a:t>
            </a:r>
            <a:r>
              <a:rPr lang="tr-TR" altLang="tr-TR" sz="2000"/>
              <a:t>… q</a:t>
            </a:r>
            <a:r>
              <a:rPr lang="tr-TR" altLang="tr-TR" sz="2000" baseline="-25000"/>
              <a:t>n+1</a:t>
            </a:r>
            <a:r>
              <a:rPr lang="tr-TR" altLang="tr-TR" sz="2000"/>
              <a:t>)dikkate alınacaktır. </a:t>
            </a:r>
          </a:p>
          <a:p>
            <a:r>
              <a:rPr lang="tr-TR" altLang="tr-TR" sz="2000"/>
              <a:t>Makinenin Q durumlar kümesi n elemanlı olduğundan bütün durumlar ayrık olmayacaktır. </a:t>
            </a:r>
          </a:p>
          <a:p>
            <a:r>
              <a:rPr lang="tr-TR" altLang="tr-TR" sz="2000"/>
              <a:t>O halde j ve k gibi (1≤j&lt;k≤n+1) iki durum birbirine eşit  (q</a:t>
            </a:r>
            <a:r>
              <a:rPr lang="tr-TR" altLang="tr-TR" sz="2000" baseline="-25000"/>
              <a:t>j</a:t>
            </a:r>
            <a:r>
              <a:rPr lang="tr-TR" altLang="tr-TR" sz="2000"/>
              <a:t>=q</a:t>
            </a:r>
            <a:r>
              <a:rPr lang="tr-TR" altLang="tr-TR" sz="2000" baseline="-25000"/>
              <a:t>k</a:t>
            </a:r>
            <a:r>
              <a:rPr lang="tr-TR" altLang="tr-TR" sz="2000"/>
              <a:t>)olacaktır.  </a:t>
            </a:r>
          </a:p>
          <a:p>
            <a:r>
              <a:rPr lang="tr-TR" altLang="tr-TR" sz="2000"/>
              <a:t>Dolayısıyla q0 başlangıç durumundan kabul durumuna giden yolda bir döngü kesinlikle olmak zorundadır.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1 Slayt Numarası Yer Tutucusu">
            <a:extLst>
              <a:ext uri="{FF2B5EF4-FFF2-40B4-BE49-F238E27FC236}">
                <a16:creationId xmlns:a16="http://schemas.microsoft.com/office/drawing/2014/main" id="{D903D5ED-FCEE-4564-BF5B-3335B9420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4B88A30B-0942-4B89-AD40-C1C55B916A1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1" name="Rectangle 1">
            <a:extLst>
              <a:ext uri="{FF2B5EF4-FFF2-40B4-BE49-F238E27FC236}">
                <a16:creationId xmlns:a16="http://schemas.microsoft.com/office/drawing/2014/main" id="{C6BEF7DE-1382-412D-AB63-2FB41833E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38313" y="1170097"/>
            <a:ext cx="81661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anchor="ctr">
            <a:spAutoFit/>
          </a:bodyPr>
          <a:lstStyle>
            <a:lvl1pPr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tabLst>
                <a:tab pos="1028700" algn="l"/>
              </a:tabLs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 algn="just"/>
            <a:r>
              <a:rPr lang="tr-TR" altLang="tr-TR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Pumping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Lemma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: L dili bir sınırsız (</a:t>
            </a:r>
            <a:r>
              <a:rPr lang="tr-TR" altLang="tr-TR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infinite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)dil  ve </a:t>
            </a:r>
            <a:r>
              <a:rPr lang="tr-TR" altLang="tr-TR" sz="1600" dirty="0" err="1">
                <a:ea typeface="Calibri" panose="020F0502020204030204" pitchFamily="34" charset="0"/>
                <a:cs typeface="Times New Roman" panose="02020603050405020304" pitchFamily="18" charset="0"/>
              </a:rPr>
              <a:t>regüler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 bir dil olsun.</a:t>
            </a:r>
          </a:p>
          <a:p>
            <a:pPr algn="just"/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L’yi tanıyan bir  ya da, kendi aralarında denk  birçok sonlu özdevinir vardır.</a:t>
            </a:r>
          </a:p>
          <a:p>
            <a:pPr algn="just"/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 L’yi tanıyan ve minimum sayıda durum içeren otomatın (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M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) durum sayısı  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 olsun. </a:t>
            </a:r>
          </a:p>
          <a:p>
            <a:pPr algn="just"/>
            <a:endParaRPr lang="tr-TR" altLang="tr-TR" sz="160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Bu dilin kabul ettiği bir w katarının uzunluğu 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n</a:t>
            </a: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’den büyük ise: </a:t>
            </a:r>
          </a:p>
          <a:p>
            <a:pPr algn="just">
              <a:spcBef>
                <a:spcPct val="0"/>
              </a:spcBef>
            </a:pPr>
            <a:r>
              <a:rPr lang="tr-TR" altLang="tr-TR" sz="1600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w =  a</a:t>
            </a:r>
            <a:r>
              <a:rPr lang="tr-TR" altLang="tr-TR" sz="1600" b="1" baseline="-30000" dirty="0">
                <a:ea typeface="Calibri" panose="020F0502020204030204" pitchFamily="34" charset="0"/>
                <a:cs typeface="Times New Roman" panose="02020603050405020304" pitchFamily="18" charset="0"/>
              </a:rPr>
              <a:t>1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tr-TR" altLang="tr-TR" sz="1600" b="1" baseline="-30000" dirty="0">
                <a:ea typeface="Calibri" panose="020F0502020204030204" pitchFamily="34" charset="0"/>
                <a:cs typeface="Times New Roman" panose="02020603050405020304" pitchFamily="18" charset="0"/>
              </a:rPr>
              <a:t>2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tr-TR" altLang="tr-TR" sz="1600" b="1" baseline="-30000" dirty="0">
                <a:ea typeface="Calibri" panose="020F0502020204030204" pitchFamily="34" charset="0"/>
                <a:cs typeface="Times New Roman" panose="02020603050405020304" pitchFamily="18" charset="0"/>
              </a:rPr>
              <a:t>3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…. a</a:t>
            </a:r>
            <a:r>
              <a:rPr lang="tr-TR" altLang="tr-TR" sz="1600" b="1" baseline="-30000" dirty="0">
                <a:ea typeface="Calibri" panose="020F0502020204030204" pitchFamily="34" charset="0"/>
                <a:cs typeface="Times New Roman" panose="02020603050405020304" pitchFamily="18" charset="0"/>
              </a:rPr>
              <a:t>k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tr-TR" altLang="tr-TR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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tr-TR" altLang="tr-TR" sz="1600" b="1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w </a:t>
            </a:r>
            <a:r>
              <a:rPr lang="tr-TR" altLang="tr-TR" sz="1600" b="1" dirty="0">
                <a:ea typeface="Calibri" panose="020F0502020204030204" pitchFamily="34" charset="0"/>
                <a:cs typeface="Times New Roman" panose="02020603050405020304" pitchFamily="18" charset="0"/>
              </a:rPr>
              <a:t> = k &gt; n</a:t>
            </a:r>
          </a:p>
          <a:p>
            <a:pPr algn="just">
              <a:spcBef>
                <a:spcPct val="0"/>
              </a:spcBef>
            </a:pPr>
            <a:endParaRPr lang="tr-TR" altLang="tr-TR" sz="1600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</a:pP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M </a:t>
            </a:r>
            <a:r>
              <a:rPr lang="tr-TR" altLang="tr-TR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otomatı</a:t>
            </a: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w</a:t>
            </a:r>
            <a:r>
              <a:rPr lang="tr-TR" altLang="tr-TR" sz="16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’yi</a:t>
            </a:r>
            <a:r>
              <a:rPr lang="tr-TR" altLang="tr-TR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tanırken en az bir durumdan en az iki kere geçer. </a:t>
            </a:r>
          </a:p>
          <a:p>
            <a:pPr algn="just">
              <a:spcBef>
                <a:spcPct val="0"/>
              </a:spcBef>
            </a:pPr>
            <a:r>
              <a:rPr lang="tr-TR" altLang="tr-TR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Yani M otomatı </a:t>
            </a:r>
            <a:r>
              <a:rPr lang="tr-TR" altLang="tr-TR" sz="16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w’yi</a:t>
            </a:r>
            <a:r>
              <a:rPr lang="tr-TR" altLang="tr-TR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tararken mutlaka döngülü yol izler.</a:t>
            </a:r>
            <a:endParaRPr lang="tr-TR" altLang="tr-TR" sz="1600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</a:pPr>
            <a:r>
              <a:rPr lang="tr-TR" altLang="tr-TR" sz="16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Bu durumda M </a:t>
            </a:r>
          </a:p>
          <a:p>
            <a:pPr algn="just">
              <a:spcBef>
                <a:spcPct val="0"/>
              </a:spcBef>
            </a:pPr>
            <a:endParaRPr lang="tr-TR" altLang="tr-TR" sz="1600" dirty="0">
              <a:latin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</a:pP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	w = </a:t>
            </a:r>
            <a:r>
              <a:rPr lang="tr-TR" altLang="tr-TR" sz="1600" b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xy</a:t>
            </a:r>
            <a:r>
              <a:rPr lang="tr-TR" altLang="tr-TR" sz="1600" b="1" baseline="30000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i</a:t>
            </a:r>
            <a:r>
              <a:rPr lang="tr-TR" altLang="tr-TR" sz="1600" b="1" baseline="30000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 </a:t>
            </a: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z 		i  </a:t>
            </a:r>
            <a:r>
              <a:rPr lang="tr-TR" altLang="tr-TR" sz="1600" b="1" dirty="0">
                <a:cs typeface="Calibri" panose="020F0502020204030204" pitchFamily="34" charset="0"/>
              </a:rPr>
              <a:t> 0</a:t>
            </a:r>
          </a:p>
          <a:p>
            <a:pPr algn="just">
              <a:spcBef>
                <a:spcPct val="0"/>
              </a:spcBef>
            </a:pPr>
            <a:endParaRPr lang="tr-TR" altLang="tr-TR" sz="1600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</a:pP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biçimindeki tüm katarları tanır.</a:t>
            </a:r>
          </a:p>
          <a:p>
            <a:pPr algn="just">
              <a:spcBef>
                <a:spcPct val="0"/>
              </a:spcBef>
            </a:pPr>
            <a:endParaRPr lang="tr-TR" altLang="tr-TR" sz="1600" b="1" dirty="0">
              <a:latin typeface="Calibri" panose="020F0502020204030204" pitchFamily="34" charset="0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</a:pPr>
            <a:endParaRPr lang="tr-TR" altLang="tr-TR" sz="1600" b="1" dirty="0">
              <a:latin typeface="Calibri" panose="020F0502020204030204" pitchFamily="34" charset="0"/>
              <a:sym typeface="Symbol" panose="05050102010706020507" pitchFamily="18" charset="2"/>
            </a:endParaRPr>
          </a:p>
          <a:p>
            <a:pPr algn="just">
              <a:spcBef>
                <a:spcPct val="0"/>
              </a:spcBef>
            </a:pPr>
            <a:r>
              <a:rPr lang="tr-TR" altLang="tr-TR" sz="1600" b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Pumping</a:t>
            </a: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</a:t>
            </a:r>
            <a:r>
              <a:rPr lang="tr-TR" altLang="tr-TR" sz="1600" b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Lemma</a:t>
            </a: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bir sonsuz katar içeren dilin </a:t>
            </a:r>
            <a:r>
              <a:rPr lang="tr-TR" altLang="tr-TR" sz="1600" b="1" dirty="0" err="1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regüler</a:t>
            </a:r>
            <a:r>
              <a:rPr lang="tr-TR" altLang="tr-TR" sz="1600" b="1" dirty="0">
                <a:latin typeface="Calibri" panose="020F0502020204030204" pitchFamily="34" charset="0"/>
                <a:cs typeface="Calibri" panose="020F0502020204030204" pitchFamily="34" charset="0"/>
                <a:sym typeface="Symbol" panose="05050102010706020507" pitchFamily="18" charset="2"/>
              </a:rPr>
              <a:t> olup olmadığını göstermek için kullanılır.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3 Slayt Numarası Yer Tutucusu">
            <a:extLst>
              <a:ext uri="{FF2B5EF4-FFF2-40B4-BE49-F238E27FC236}">
                <a16:creationId xmlns:a16="http://schemas.microsoft.com/office/drawing/2014/main" id="{C349A308-1580-48BD-8F7E-8E3654267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FCBDDA0D-FF1D-496A-B1B2-E75475F6E43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8" name="Oval 4">
            <a:extLst>
              <a:ext uri="{FF2B5EF4-FFF2-40B4-BE49-F238E27FC236}">
                <a16:creationId xmlns:a16="http://schemas.microsoft.com/office/drawing/2014/main" id="{C00845EC-BD74-4514-8AAF-4725F0EE3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1800" y="3246448"/>
            <a:ext cx="5943600" cy="822305"/>
          </a:xfrm>
          <a:prstGeom prst="ellipse">
            <a:avLst/>
          </a:prstGeom>
          <a:noFill/>
          <a:ln w="9525">
            <a:solidFill>
              <a:srgbClr val="FF0000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029" name="Text Box 5">
            <a:extLst>
              <a:ext uri="{FF2B5EF4-FFF2-40B4-BE49-F238E27FC236}">
                <a16:creationId xmlns:a16="http://schemas.microsoft.com/office/drawing/2014/main" id="{E3B2BAE0-D6EF-4BE4-BB37-280F4F1E5B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67201" y="2743200"/>
            <a:ext cx="2798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/>
              <a:t>Regular </a:t>
            </a:r>
            <a:r>
              <a:rPr lang="tr-TR" altLang="tr-TR"/>
              <a:t>Diller</a:t>
            </a:r>
            <a:endParaRPr lang="en-US" altLang="tr-TR"/>
          </a:p>
        </p:txBody>
      </p:sp>
      <p:sp>
        <p:nvSpPr>
          <p:cNvPr id="1030" name="Text Box 6">
            <a:extLst>
              <a:ext uri="{FF2B5EF4-FFF2-40B4-BE49-F238E27FC236}">
                <a16:creationId xmlns:a16="http://schemas.microsoft.com/office/drawing/2014/main" id="{728482C1-0E57-4737-8715-7780AD4718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81438" y="5143500"/>
            <a:ext cx="44323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Regüler olmayan Diller</a:t>
            </a:r>
            <a:endParaRPr lang="en-US" altLang="tr-TR"/>
          </a:p>
        </p:txBody>
      </p:sp>
      <p:graphicFrame>
        <p:nvGraphicFramePr>
          <p:cNvPr id="1026" name="Object 7">
            <a:extLst>
              <a:ext uri="{FF2B5EF4-FFF2-40B4-BE49-F238E27FC236}">
                <a16:creationId xmlns:a16="http://schemas.microsoft.com/office/drawing/2014/main" id="{AD82E6CE-2D0E-43CC-A101-010166E2253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56450" y="914401"/>
          <a:ext cx="3282950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Equation" r:id="rId3" imgW="2819160" imgH="558720" progId="Equation.3">
                  <p:embed/>
                </p:oleObj>
              </mc:Choice>
              <mc:Fallback>
                <p:oleObj name="Equation" r:id="rId3" imgW="2819160" imgH="558720" progId="Equation.3">
                  <p:embed/>
                  <p:pic>
                    <p:nvPicPr>
                      <p:cNvPr id="1026" name="Object 7">
                        <a:extLst>
                          <a:ext uri="{FF2B5EF4-FFF2-40B4-BE49-F238E27FC236}">
                            <a16:creationId xmlns:a16="http://schemas.microsoft.com/office/drawing/2014/main" id="{AD82E6CE-2D0E-43CC-A101-010166E2253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56450" y="914401"/>
                        <a:ext cx="3282950" cy="65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3 Slayt Numarası Yer Tutucusu">
            <a:extLst>
              <a:ext uri="{FF2B5EF4-FFF2-40B4-BE49-F238E27FC236}">
                <a16:creationId xmlns:a16="http://schemas.microsoft.com/office/drawing/2014/main" id="{A345B83D-A3D2-4A47-8032-4C4685E59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A87FFA81-51B5-4E34-9EC3-5AE3FDBB12AA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53" name="Text Box 5">
            <a:extLst>
              <a:ext uri="{FF2B5EF4-FFF2-40B4-BE49-F238E27FC236}">
                <a16:creationId xmlns:a16="http://schemas.microsoft.com/office/drawing/2014/main" id="{06C23C5E-23E7-4DCD-8C5B-82D1D82567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7500" y="428625"/>
            <a:ext cx="3659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Dili regüler midir?</a:t>
            </a:r>
            <a:endParaRPr lang="en-US" altLang="tr-TR"/>
          </a:p>
        </p:txBody>
      </p:sp>
      <p:graphicFrame>
        <p:nvGraphicFramePr>
          <p:cNvPr id="2050" name="Object 8">
            <a:extLst>
              <a:ext uri="{FF2B5EF4-FFF2-40B4-BE49-F238E27FC236}">
                <a16:creationId xmlns:a16="http://schemas.microsoft.com/office/drawing/2014/main" id="{ECBB7035-21FB-4825-8F44-FC960C5C51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309813" y="428625"/>
          <a:ext cx="38862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" name="Equation" r:id="rId3" imgW="2819160" imgH="558720" progId="Equation.3">
                  <p:embed/>
                </p:oleObj>
              </mc:Choice>
              <mc:Fallback>
                <p:oleObj name="Equation" r:id="rId3" imgW="2819160" imgH="558720" progId="Equation.3">
                  <p:embed/>
                  <p:pic>
                    <p:nvPicPr>
                      <p:cNvPr id="2050" name="Object 8">
                        <a:extLst>
                          <a:ext uri="{FF2B5EF4-FFF2-40B4-BE49-F238E27FC236}">
                            <a16:creationId xmlns:a16="http://schemas.microsoft.com/office/drawing/2014/main" id="{ECBB7035-21FB-4825-8F44-FC960C5C51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428625"/>
                        <a:ext cx="38862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9">
            <a:extLst>
              <a:ext uri="{FF2B5EF4-FFF2-40B4-BE49-F238E27FC236}">
                <a16:creationId xmlns:a16="http://schemas.microsoft.com/office/drawing/2014/main" id="{55DB1108-4C69-48E4-A373-3D86CDFDBDC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452688" y="1428750"/>
          <a:ext cx="18796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" name="Equation" r:id="rId5" imgW="1879560" imgH="533160" progId="Equation.3">
                  <p:embed/>
                </p:oleObj>
              </mc:Choice>
              <mc:Fallback>
                <p:oleObj name="Equation" r:id="rId5" imgW="1879560" imgH="533160" progId="Equation.3">
                  <p:embed/>
                  <p:pic>
                    <p:nvPicPr>
                      <p:cNvPr id="2051" name="Object 9">
                        <a:extLst>
                          <a:ext uri="{FF2B5EF4-FFF2-40B4-BE49-F238E27FC236}">
                            <a16:creationId xmlns:a16="http://schemas.microsoft.com/office/drawing/2014/main" id="{55DB1108-4C69-48E4-A373-3D86CDFDBDC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688" y="1428750"/>
                        <a:ext cx="18796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4" name="Text Box 10">
            <a:extLst>
              <a:ext uri="{FF2B5EF4-FFF2-40B4-BE49-F238E27FC236}">
                <a16:creationId xmlns:a16="http://schemas.microsoft.com/office/drawing/2014/main" id="{D90BFD7C-9F7D-4E99-A6AE-9022C4085F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75" y="2428875"/>
            <a:ext cx="6861174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L dili sonsuz (</a:t>
            </a:r>
            <a:r>
              <a:rPr lang="en-US" altLang="tr-TR">
                <a:solidFill>
                  <a:srgbClr val="FF3300"/>
                </a:solidFill>
              </a:rPr>
              <a:t>infinite</a:t>
            </a:r>
            <a:r>
              <a:rPr lang="tr-TR" altLang="tr-TR">
                <a:solidFill>
                  <a:srgbClr val="FF3300"/>
                </a:solidFill>
              </a:rPr>
              <a:t>) </a:t>
            </a:r>
            <a:r>
              <a:rPr lang="tr-TR" altLang="tr-TR"/>
              <a:t>olduğundan</a:t>
            </a:r>
            <a:r>
              <a:rPr lang="tr-TR" altLang="tr-TR">
                <a:solidFill>
                  <a:srgbClr val="FF3300"/>
                </a:solidFill>
              </a:rPr>
              <a:t> </a:t>
            </a:r>
          </a:p>
          <a:p>
            <a:r>
              <a:rPr lang="en-US" altLang="tr-TR">
                <a:solidFill>
                  <a:srgbClr val="FF3300"/>
                </a:solidFill>
              </a:rPr>
              <a:t>Pumping Lemma</a:t>
            </a:r>
            <a:r>
              <a:rPr lang="en-US" altLang="tr-TR"/>
              <a:t> </a:t>
            </a:r>
            <a:endParaRPr lang="tr-TR" altLang="tr-TR"/>
          </a:p>
          <a:p>
            <a:r>
              <a:rPr lang="tr-TR" altLang="tr-TR"/>
              <a:t>Uygulanarak bu soru cevaplanabilir.</a:t>
            </a:r>
            <a:endParaRPr lang="en-US" altLang="tr-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3 Slayt Numarası Yer Tutucusu">
            <a:extLst>
              <a:ext uri="{FF2B5EF4-FFF2-40B4-BE49-F238E27FC236}">
                <a16:creationId xmlns:a16="http://schemas.microsoft.com/office/drawing/2014/main" id="{A22A611E-C222-48DA-86A4-D46CD938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E4E120C8-DF6D-4157-BE33-7D6DB67AF1B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6" name="Text Box 8">
            <a:extLst>
              <a:ext uri="{FF2B5EF4-FFF2-40B4-BE49-F238E27FC236}">
                <a16:creationId xmlns:a16="http://schemas.microsoft.com/office/drawing/2014/main" id="{FE2E0E7D-3160-4B98-B38F-9911454BA2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95564" y="1428750"/>
            <a:ext cx="50815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L dili regüler bir dil olsun.</a:t>
            </a:r>
            <a:endParaRPr lang="en-US" altLang="tr-TR"/>
          </a:p>
        </p:txBody>
      </p:sp>
      <p:graphicFrame>
        <p:nvGraphicFramePr>
          <p:cNvPr id="3074" name="Object 12">
            <a:extLst>
              <a:ext uri="{FF2B5EF4-FFF2-40B4-BE49-F238E27FC236}">
                <a16:creationId xmlns:a16="http://schemas.microsoft.com/office/drawing/2014/main" id="{3E2787DE-C6C8-4C1C-834F-A47DC98A87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304800"/>
          <a:ext cx="38862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Equation" r:id="rId3" imgW="2819160" imgH="558720" progId="Equation.3">
                  <p:embed/>
                </p:oleObj>
              </mc:Choice>
              <mc:Fallback>
                <p:oleObj name="Equation" r:id="rId3" imgW="2819160" imgH="558720" progId="Equation.3">
                  <p:embed/>
                  <p:pic>
                    <p:nvPicPr>
                      <p:cNvPr id="3074" name="Object 12">
                        <a:extLst>
                          <a:ext uri="{FF2B5EF4-FFF2-40B4-BE49-F238E27FC236}">
                            <a16:creationId xmlns:a16="http://schemas.microsoft.com/office/drawing/2014/main" id="{3E2787DE-C6C8-4C1C-834F-A47DC98A87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304800"/>
                        <a:ext cx="38862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3" name="3 Slayt Numarası Yer Tutucusu">
            <a:extLst>
              <a:ext uri="{FF2B5EF4-FFF2-40B4-BE49-F238E27FC236}">
                <a16:creationId xmlns:a16="http://schemas.microsoft.com/office/drawing/2014/main" id="{5880DC56-FCA0-4DBE-8069-1D5CF3F4D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78EE2DE0-8C22-4B7C-96F5-4947465359A1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4098" name="Object 10">
            <a:extLst>
              <a:ext uri="{FF2B5EF4-FFF2-40B4-BE49-F238E27FC236}">
                <a16:creationId xmlns:a16="http://schemas.microsoft.com/office/drawing/2014/main" id="{0565C5F4-3BC9-47A7-BC0C-B28F830337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81375" y="4286250"/>
          <a:ext cx="3187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3" name="Equation" r:id="rId3" imgW="3187440" imgH="609480" progId="Equation.3">
                  <p:embed/>
                </p:oleObj>
              </mc:Choice>
              <mc:Fallback>
                <p:oleObj name="Equation" r:id="rId3" imgW="3187440" imgH="609480" progId="Equation.3">
                  <p:embed/>
                  <p:pic>
                    <p:nvPicPr>
                      <p:cNvPr id="4098" name="Object 10">
                        <a:extLst>
                          <a:ext uri="{FF2B5EF4-FFF2-40B4-BE49-F238E27FC236}">
                            <a16:creationId xmlns:a16="http://schemas.microsoft.com/office/drawing/2014/main" id="{0565C5F4-3BC9-47A7-BC0C-B28F830337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81375" y="4286250"/>
                        <a:ext cx="3187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4" name="Text Box 11">
            <a:extLst>
              <a:ext uri="{FF2B5EF4-FFF2-40B4-BE49-F238E27FC236}">
                <a16:creationId xmlns:a16="http://schemas.microsoft.com/office/drawing/2014/main" id="{9736B5AF-5585-4B52-8080-FEC221CE97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0500" y="4286250"/>
            <a:ext cx="12652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 </a:t>
            </a:r>
            <a:r>
              <a:rPr lang="tr-TR" altLang="tr-TR">
                <a:solidFill>
                  <a:srgbClr val="FF3300"/>
                </a:solidFill>
              </a:rPr>
              <a:t>olsun</a:t>
            </a:r>
            <a:endParaRPr lang="en-US" altLang="tr-TR">
              <a:solidFill>
                <a:srgbClr val="FF3300"/>
              </a:solidFill>
            </a:endParaRPr>
          </a:p>
        </p:txBody>
      </p:sp>
      <p:sp>
        <p:nvSpPr>
          <p:cNvPr id="4105" name="Text Box 12">
            <a:extLst>
              <a:ext uri="{FF2B5EF4-FFF2-40B4-BE49-F238E27FC236}">
                <a16:creationId xmlns:a16="http://schemas.microsoft.com/office/drawing/2014/main" id="{27ABB7FC-D0B2-4BB8-8ADE-1BD31C5FE1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143000"/>
            <a:ext cx="76342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/>
              <a:t>       </a:t>
            </a:r>
            <a:r>
              <a:rPr lang="en-US" altLang="tr-TR">
                <a:solidFill>
                  <a:srgbClr val="FF3300"/>
                </a:solidFill>
              </a:rPr>
              <a:t>Pumping Lemma</a:t>
            </a:r>
            <a:r>
              <a:rPr lang="tr-TR" altLang="tr-TR">
                <a:solidFill>
                  <a:srgbClr val="FF3300"/>
                </a:solidFill>
              </a:rPr>
              <a:t>’daki tam sayı olsun</a:t>
            </a:r>
            <a:endParaRPr lang="en-US" altLang="tr-TR">
              <a:solidFill>
                <a:srgbClr val="FF3300"/>
              </a:solidFill>
            </a:endParaRPr>
          </a:p>
        </p:txBody>
      </p:sp>
      <p:graphicFrame>
        <p:nvGraphicFramePr>
          <p:cNvPr id="4099" name="Object 15">
            <a:extLst>
              <a:ext uri="{FF2B5EF4-FFF2-40B4-BE49-F238E27FC236}">
                <a16:creationId xmlns:a16="http://schemas.microsoft.com/office/drawing/2014/main" id="{E62849C7-0ECC-4337-941A-8195191B270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38938" y="2143126"/>
          <a:ext cx="14224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4" name="Equation" r:id="rId5" imgW="1422360" imgH="520560" progId="Equation.3">
                  <p:embed/>
                </p:oleObj>
              </mc:Choice>
              <mc:Fallback>
                <p:oleObj name="Equation" r:id="rId5" imgW="1422360" imgH="520560" progId="Equation.3">
                  <p:embed/>
                  <p:pic>
                    <p:nvPicPr>
                      <p:cNvPr id="4099" name="Object 15">
                        <a:extLst>
                          <a:ext uri="{FF2B5EF4-FFF2-40B4-BE49-F238E27FC236}">
                            <a16:creationId xmlns:a16="http://schemas.microsoft.com/office/drawing/2014/main" id="{E62849C7-0ECC-4337-941A-8195191B270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8938" y="2143126"/>
                        <a:ext cx="14224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00" name="Object 16">
            <a:extLst>
              <a:ext uri="{FF2B5EF4-FFF2-40B4-BE49-F238E27FC236}">
                <a16:creationId xmlns:a16="http://schemas.microsoft.com/office/drawing/2014/main" id="{FF8194B4-72F7-4D72-B9CC-465D0208685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10125" y="2143126"/>
          <a:ext cx="15494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5" name="Equation" r:id="rId7" imgW="1549080" imgH="545760" progId="Equation.3">
                  <p:embed/>
                </p:oleObj>
              </mc:Choice>
              <mc:Fallback>
                <p:oleObj name="Equation" r:id="rId7" imgW="1549080" imgH="545760" progId="Equation.3">
                  <p:embed/>
                  <p:pic>
                    <p:nvPicPr>
                      <p:cNvPr id="4100" name="Object 16">
                        <a:extLst>
                          <a:ext uri="{FF2B5EF4-FFF2-40B4-BE49-F238E27FC236}">
                            <a16:creationId xmlns:a16="http://schemas.microsoft.com/office/drawing/2014/main" id="{FF8194B4-72F7-4D72-B9CC-465D020868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0125" y="2143126"/>
                        <a:ext cx="15494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6" name="Text Box 17">
            <a:extLst>
              <a:ext uri="{FF2B5EF4-FFF2-40B4-BE49-F238E27FC236}">
                <a16:creationId xmlns:a16="http://schemas.microsoft.com/office/drawing/2014/main" id="{5A49505B-6C7D-4D11-AB5A-EB464B6B75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4064" y="3286125"/>
            <a:ext cx="604043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Olacak biçimde bir w ele alalım</a:t>
            </a:r>
            <a:endParaRPr lang="en-US" altLang="tr-TR"/>
          </a:p>
        </p:txBody>
      </p:sp>
      <p:graphicFrame>
        <p:nvGraphicFramePr>
          <p:cNvPr id="4101" name="Object 18">
            <a:extLst>
              <a:ext uri="{FF2B5EF4-FFF2-40B4-BE49-F238E27FC236}">
                <a16:creationId xmlns:a16="http://schemas.microsoft.com/office/drawing/2014/main" id="{C9AAC586-C363-4415-809D-3EEF523DCE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0" y="1285875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6" name="Equation" r:id="rId9" imgW="393480" imgH="304560" progId="Equation.3">
                  <p:embed/>
                </p:oleObj>
              </mc:Choice>
              <mc:Fallback>
                <p:oleObj name="Equation" r:id="rId9" imgW="393480" imgH="304560" progId="Equation.3">
                  <p:embed/>
                  <p:pic>
                    <p:nvPicPr>
                      <p:cNvPr id="4101" name="Object 18">
                        <a:extLst>
                          <a:ext uri="{FF2B5EF4-FFF2-40B4-BE49-F238E27FC236}">
                            <a16:creationId xmlns:a16="http://schemas.microsoft.com/office/drawing/2014/main" id="{C9AAC586-C363-4415-809D-3EEF523DCE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1285875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07" name="Text Box 20">
            <a:extLst>
              <a:ext uri="{FF2B5EF4-FFF2-40B4-BE49-F238E27FC236}">
                <a16:creationId xmlns:a16="http://schemas.microsoft.com/office/drawing/2014/main" id="{AB08B0DE-6AEB-421A-8090-63EB4F414E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9750" y="2071688"/>
            <a:ext cx="31115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Katar uzunluğu </a:t>
            </a:r>
            <a:endParaRPr lang="en-US" altLang="tr-TR"/>
          </a:p>
        </p:txBody>
      </p:sp>
      <p:graphicFrame>
        <p:nvGraphicFramePr>
          <p:cNvPr id="4102" name="Object 21">
            <a:extLst>
              <a:ext uri="{FF2B5EF4-FFF2-40B4-BE49-F238E27FC236}">
                <a16:creationId xmlns:a16="http://schemas.microsoft.com/office/drawing/2014/main" id="{E6B26D3E-CD36-4870-8418-AC0C7E746EB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6200" y="228600"/>
          <a:ext cx="38862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7" name="Equation" r:id="rId11" imgW="2819160" imgH="558720" progId="Equation.3">
                  <p:embed/>
                </p:oleObj>
              </mc:Choice>
              <mc:Fallback>
                <p:oleObj name="Equation" r:id="rId11" imgW="2819160" imgH="558720" progId="Equation.3">
                  <p:embed/>
                  <p:pic>
                    <p:nvPicPr>
                      <p:cNvPr id="4102" name="Object 21">
                        <a:extLst>
                          <a:ext uri="{FF2B5EF4-FFF2-40B4-BE49-F238E27FC236}">
                            <a16:creationId xmlns:a16="http://schemas.microsoft.com/office/drawing/2014/main" id="{E6B26D3E-CD36-4870-8418-AC0C7E746EB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6200" y="228600"/>
                        <a:ext cx="38862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3" name="3 Slayt Numarası Yer Tutucusu">
            <a:extLst>
              <a:ext uri="{FF2B5EF4-FFF2-40B4-BE49-F238E27FC236}">
                <a16:creationId xmlns:a16="http://schemas.microsoft.com/office/drawing/2014/main" id="{50FD752B-986B-41C8-A583-C25C9EA873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F4FB3F71-C834-4AA8-B195-5729431415B2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5134" name="Text Box 2">
            <a:extLst>
              <a:ext uri="{FF2B5EF4-FFF2-40B4-BE49-F238E27FC236}">
                <a16:creationId xmlns:a16="http://schemas.microsoft.com/office/drawing/2014/main" id="{4AE489D9-EC76-4561-B88D-84194BF2B1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67625" y="214313"/>
            <a:ext cx="2986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Olarak yazalım</a:t>
            </a:r>
            <a:endParaRPr lang="en-US" altLang="tr-TR"/>
          </a:p>
        </p:txBody>
      </p:sp>
      <p:graphicFrame>
        <p:nvGraphicFramePr>
          <p:cNvPr id="5122" name="Object 3">
            <a:extLst>
              <a:ext uri="{FF2B5EF4-FFF2-40B4-BE49-F238E27FC236}">
                <a16:creationId xmlns:a16="http://schemas.microsoft.com/office/drawing/2014/main" id="{1C56D541-FDAF-4E4D-B4FB-2288C1F20A4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1"/>
          <a:ext cx="39116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5" name="Equation" r:id="rId3" imgW="3911400" imgH="723600" progId="Equation.3">
                  <p:embed/>
                </p:oleObj>
              </mc:Choice>
              <mc:Fallback>
                <p:oleObj name="Equation" r:id="rId3" imgW="3911400" imgH="723600" progId="Equation.3">
                  <p:embed/>
                  <p:pic>
                    <p:nvPicPr>
                      <p:cNvPr id="5122" name="Object 3">
                        <a:extLst>
                          <a:ext uri="{FF2B5EF4-FFF2-40B4-BE49-F238E27FC236}">
                            <a16:creationId xmlns:a16="http://schemas.microsoft.com/office/drawing/2014/main" id="{1C56D541-FDAF-4E4D-B4FB-2288C1F20A4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"/>
                        <a:ext cx="39116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5" name="Text Box 5">
            <a:extLst>
              <a:ext uri="{FF2B5EF4-FFF2-40B4-BE49-F238E27FC236}">
                <a16:creationId xmlns:a16="http://schemas.microsoft.com/office/drawing/2014/main" id="{32820BF3-2010-44D1-89DE-E6F79501E9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47800"/>
            <a:ext cx="39814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Pumping Lemma</a:t>
            </a:r>
            <a:r>
              <a:rPr lang="tr-TR" altLang="tr-TR">
                <a:solidFill>
                  <a:srgbClr val="FF3300"/>
                </a:solidFill>
              </a:rPr>
              <a:t>’dan</a:t>
            </a:r>
            <a:r>
              <a:rPr lang="en-US" altLang="tr-TR"/>
              <a:t> </a:t>
            </a:r>
          </a:p>
        </p:txBody>
      </p:sp>
      <p:graphicFrame>
        <p:nvGraphicFramePr>
          <p:cNvPr id="5123" name="Object 8">
            <a:extLst>
              <a:ext uri="{FF2B5EF4-FFF2-40B4-BE49-F238E27FC236}">
                <a16:creationId xmlns:a16="http://schemas.microsoft.com/office/drawing/2014/main" id="{24F64465-EDD8-4711-8F27-79741FE352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03550" y="4049714"/>
          <a:ext cx="6134100" cy="528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6" name="Equation" r:id="rId5" imgW="6134040" imgH="533160" progId="Equation.3">
                  <p:embed/>
                </p:oleObj>
              </mc:Choice>
              <mc:Fallback>
                <p:oleObj name="Equation" r:id="rId5" imgW="6134040" imgH="533160" progId="Equation.3">
                  <p:embed/>
                  <p:pic>
                    <p:nvPicPr>
                      <p:cNvPr id="5123" name="Object 8">
                        <a:extLst>
                          <a:ext uri="{FF2B5EF4-FFF2-40B4-BE49-F238E27FC236}">
                            <a16:creationId xmlns:a16="http://schemas.microsoft.com/office/drawing/2014/main" id="{24F64465-EDD8-4711-8F27-79741FE352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3550" y="4049714"/>
                        <a:ext cx="6134100" cy="5286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36" name="AutoShape 11">
            <a:extLst>
              <a:ext uri="{FF2B5EF4-FFF2-40B4-BE49-F238E27FC236}">
                <a16:creationId xmlns:a16="http://schemas.microsoft.com/office/drawing/2014/main" id="{FD37D6E5-6D7B-46D0-A65C-7F98BE9B02EB}"/>
              </a:ext>
            </a:extLst>
          </p:cNvPr>
          <p:cNvSpPr>
            <a:spLocks/>
          </p:cNvSpPr>
          <p:nvPr/>
        </p:nvSpPr>
        <p:spPr bwMode="auto">
          <a:xfrm rot="5353442">
            <a:off x="4395788" y="4484896"/>
            <a:ext cx="457200" cy="618708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5137" name="AutoShape 12">
            <a:extLst>
              <a:ext uri="{FF2B5EF4-FFF2-40B4-BE49-F238E27FC236}">
                <a16:creationId xmlns:a16="http://schemas.microsoft.com/office/drawing/2014/main" id="{D99C1F59-11DF-4261-9273-937FCDA60903}"/>
              </a:ext>
            </a:extLst>
          </p:cNvPr>
          <p:cNvSpPr>
            <a:spLocks/>
          </p:cNvSpPr>
          <p:nvPr/>
        </p:nvSpPr>
        <p:spPr bwMode="auto">
          <a:xfrm rot="5353442">
            <a:off x="5247482" y="4486483"/>
            <a:ext cx="457200" cy="618708"/>
          </a:xfrm>
          <a:prstGeom prst="rightBrace">
            <a:avLst>
              <a:gd name="adj1" fmla="val 1432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5138" name="AutoShape 13">
            <a:extLst>
              <a:ext uri="{FF2B5EF4-FFF2-40B4-BE49-F238E27FC236}">
                <a16:creationId xmlns:a16="http://schemas.microsoft.com/office/drawing/2014/main" id="{1391E684-D42A-400B-9A66-603A487AE09F}"/>
              </a:ext>
            </a:extLst>
          </p:cNvPr>
          <p:cNvSpPr>
            <a:spLocks/>
          </p:cNvSpPr>
          <p:nvPr/>
        </p:nvSpPr>
        <p:spPr bwMode="auto">
          <a:xfrm rot="5353442">
            <a:off x="7315994" y="4460141"/>
            <a:ext cx="457200" cy="680918"/>
          </a:xfrm>
          <a:prstGeom prst="rightBrace">
            <a:avLst>
              <a:gd name="adj1" fmla="val 555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5139" name="AutoShape 14">
            <a:extLst>
              <a:ext uri="{FF2B5EF4-FFF2-40B4-BE49-F238E27FC236}">
                <a16:creationId xmlns:a16="http://schemas.microsoft.com/office/drawing/2014/main" id="{4BF57C90-4CCC-47DA-AF11-E2BE0A6CAB9E}"/>
              </a:ext>
            </a:extLst>
          </p:cNvPr>
          <p:cNvSpPr>
            <a:spLocks/>
          </p:cNvSpPr>
          <p:nvPr/>
        </p:nvSpPr>
        <p:spPr bwMode="auto">
          <a:xfrm rot="16153442">
            <a:off x="5183188" y="3480654"/>
            <a:ext cx="457200" cy="680918"/>
          </a:xfrm>
          <a:prstGeom prst="rightBrace">
            <a:avLst>
              <a:gd name="adj1" fmla="val 4166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5140" name="AutoShape 15">
            <a:extLst>
              <a:ext uri="{FF2B5EF4-FFF2-40B4-BE49-F238E27FC236}">
                <a16:creationId xmlns:a16="http://schemas.microsoft.com/office/drawing/2014/main" id="{E20DF1DB-63C4-4986-9FB4-2D33EAD45EEA}"/>
              </a:ext>
            </a:extLst>
          </p:cNvPr>
          <p:cNvSpPr>
            <a:spLocks/>
          </p:cNvSpPr>
          <p:nvPr/>
        </p:nvSpPr>
        <p:spPr bwMode="auto">
          <a:xfrm rot="16153442">
            <a:off x="6821488" y="3525699"/>
            <a:ext cx="381000" cy="613053"/>
          </a:xfrm>
          <a:prstGeom prst="rightBrace">
            <a:avLst>
              <a:gd name="adj1" fmla="val 1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5124" name="Object 16">
            <a:extLst>
              <a:ext uri="{FF2B5EF4-FFF2-40B4-BE49-F238E27FC236}">
                <a16:creationId xmlns:a16="http://schemas.microsoft.com/office/drawing/2014/main" id="{D5251114-B0A8-47F8-997E-6D12D1548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22776" y="511810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7" name="Equation" r:id="rId7" imgW="291960" imgH="304560" progId="Equation.3">
                  <p:embed/>
                </p:oleObj>
              </mc:Choice>
              <mc:Fallback>
                <p:oleObj name="Equation" r:id="rId7" imgW="291960" imgH="304560" progId="Equation.3">
                  <p:embed/>
                  <p:pic>
                    <p:nvPicPr>
                      <p:cNvPr id="5124" name="Object 16">
                        <a:extLst>
                          <a:ext uri="{FF2B5EF4-FFF2-40B4-BE49-F238E27FC236}">
                            <a16:creationId xmlns:a16="http://schemas.microsoft.com/office/drawing/2014/main" id="{D5251114-B0A8-47F8-997E-6D12D1548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2776" y="511810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5" name="Object 17">
            <a:extLst>
              <a:ext uri="{FF2B5EF4-FFF2-40B4-BE49-F238E27FC236}">
                <a16:creationId xmlns:a16="http://schemas.microsoft.com/office/drawing/2014/main" id="{E7811AF7-4928-4DE5-9D5C-4AD87BE9499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311776" y="5100638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8" name="Equation" r:id="rId9" imgW="317160" imgH="406080" progId="Equation.3">
                  <p:embed/>
                </p:oleObj>
              </mc:Choice>
              <mc:Fallback>
                <p:oleObj name="Equation" r:id="rId9" imgW="317160" imgH="406080" progId="Equation.3">
                  <p:embed/>
                  <p:pic>
                    <p:nvPicPr>
                      <p:cNvPr id="5125" name="Object 17">
                        <a:extLst>
                          <a:ext uri="{FF2B5EF4-FFF2-40B4-BE49-F238E27FC236}">
                            <a16:creationId xmlns:a16="http://schemas.microsoft.com/office/drawing/2014/main" id="{E7811AF7-4928-4DE5-9D5C-4AD87BE9499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11776" y="5100638"/>
                        <a:ext cx="31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6" name="Object 18">
            <a:extLst>
              <a:ext uri="{FF2B5EF4-FFF2-40B4-BE49-F238E27FC236}">
                <a16:creationId xmlns:a16="http://schemas.microsoft.com/office/drawing/2014/main" id="{6CFF4BAB-A8A8-47A5-887E-34381B4C4C6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88226" y="5181601"/>
          <a:ext cx="265113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59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5126" name="Object 18">
                        <a:extLst>
                          <a:ext uri="{FF2B5EF4-FFF2-40B4-BE49-F238E27FC236}">
                            <a16:creationId xmlns:a16="http://schemas.microsoft.com/office/drawing/2014/main" id="{6CFF4BAB-A8A8-47A5-887E-34381B4C4C6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88226" y="5181601"/>
                        <a:ext cx="265113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7" name="Object 19">
            <a:extLst>
              <a:ext uri="{FF2B5EF4-FFF2-40B4-BE49-F238E27FC236}">
                <a16:creationId xmlns:a16="http://schemas.microsoft.com/office/drawing/2014/main" id="{F4C1390C-DA5A-4F14-93D4-A14F062B5E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3200400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0" name="Equation" r:id="rId13" imgW="393480" imgH="304560" progId="Equation.3">
                  <p:embed/>
                </p:oleObj>
              </mc:Choice>
              <mc:Fallback>
                <p:oleObj name="Equation" r:id="rId13" imgW="393480" imgH="304560" progId="Equation.3">
                  <p:embed/>
                  <p:pic>
                    <p:nvPicPr>
                      <p:cNvPr id="5127" name="Object 19">
                        <a:extLst>
                          <a:ext uri="{FF2B5EF4-FFF2-40B4-BE49-F238E27FC236}">
                            <a16:creationId xmlns:a16="http://schemas.microsoft.com/office/drawing/2014/main" id="{F4C1390C-DA5A-4F14-93D4-A14F062B5E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3200400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8" name="Object 20">
            <a:extLst>
              <a:ext uri="{FF2B5EF4-FFF2-40B4-BE49-F238E27FC236}">
                <a16:creationId xmlns:a16="http://schemas.microsoft.com/office/drawing/2014/main" id="{54202B53-7AFE-4323-83EB-9E021311D1C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46888" y="3265488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1" name="Equation" r:id="rId15" imgW="393480" imgH="304560" progId="Equation.3">
                  <p:embed/>
                </p:oleObj>
              </mc:Choice>
              <mc:Fallback>
                <p:oleObj name="Equation" r:id="rId15" imgW="393480" imgH="304560" progId="Equation.3">
                  <p:embed/>
                  <p:pic>
                    <p:nvPicPr>
                      <p:cNvPr id="5128" name="Object 20">
                        <a:extLst>
                          <a:ext uri="{FF2B5EF4-FFF2-40B4-BE49-F238E27FC236}">
                            <a16:creationId xmlns:a16="http://schemas.microsoft.com/office/drawing/2014/main" id="{54202B53-7AFE-4323-83EB-9E021311D1C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6888" y="3265488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1" name="AutoShape 21">
            <a:extLst>
              <a:ext uri="{FF2B5EF4-FFF2-40B4-BE49-F238E27FC236}">
                <a16:creationId xmlns:a16="http://schemas.microsoft.com/office/drawing/2014/main" id="{A98571EF-A115-498A-A9BC-91929090767A}"/>
              </a:ext>
            </a:extLst>
          </p:cNvPr>
          <p:cNvSpPr>
            <a:spLocks/>
          </p:cNvSpPr>
          <p:nvPr/>
        </p:nvSpPr>
        <p:spPr bwMode="auto">
          <a:xfrm rot="16153442">
            <a:off x="7659688" y="3525699"/>
            <a:ext cx="381000" cy="613053"/>
          </a:xfrm>
          <a:prstGeom prst="rightBrace">
            <a:avLst>
              <a:gd name="adj1" fmla="val 1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5129" name="Object 22">
            <a:extLst>
              <a:ext uri="{FF2B5EF4-FFF2-40B4-BE49-F238E27FC236}">
                <a16:creationId xmlns:a16="http://schemas.microsoft.com/office/drawing/2014/main" id="{41E239DA-F0F0-4201-8BC2-0D9303E3D3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85088" y="3265488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2" name="Equation" r:id="rId16" imgW="393480" imgH="304560" progId="Equation.3">
                  <p:embed/>
                </p:oleObj>
              </mc:Choice>
              <mc:Fallback>
                <p:oleObj name="Equation" r:id="rId16" imgW="393480" imgH="304560" progId="Equation.3">
                  <p:embed/>
                  <p:pic>
                    <p:nvPicPr>
                      <p:cNvPr id="5129" name="Object 22">
                        <a:extLst>
                          <a:ext uri="{FF2B5EF4-FFF2-40B4-BE49-F238E27FC236}">
                            <a16:creationId xmlns:a16="http://schemas.microsoft.com/office/drawing/2014/main" id="{41E239DA-F0F0-4201-8BC2-0D9303E3D3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85088" y="3265488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2" name="AutoShape 23">
            <a:extLst>
              <a:ext uri="{FF2B5EF4-FFF2-40B4-BE49-F238E27FC236}">
                <a16:creationId xmlns:a16="http://schemas.microsoft.com/office/drawing/2014/main" id="{A19DA10F-D639-44A8-AE32-4B8B7114C7D8}"/>
              </a:ext>
            </a:extLst>
          </p:cNvPr>
          <p:cNvSpPr>
            <a:spLocks/>
          </p:cNvSpPr>
          <p:nvPr/>
        </p:nvSpPr>
        <p:spPr bwMode="auto">
          <a:xfrm rot="16153442">
            <a:off x="8521700" y="3541574"/>
            <a:ext cx="381000" cy="613053"/>
          </a:xfrm>
          <a:prstGeom prst="rightBrace">
            <a:avLst>
              <a:gd name="adj1" fmla="val 1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5130" name="Object 24">
            <a:extLst>
              <a:ext uri="{FF2B5EF4-FFF2-40B4-BE49-F238E27FC236}">
                <a16:creationId xmlns:a16="http://schemas.microsoft.com/office/drawing/2014/main" id="{226701C6-111E-497D-B030-D16E67BFFF1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23288" y="3265488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3" name="Equation" r:id="rId17" imgW="393480" imgH="304560" progId="Equation.3">
                  <p:embed/>
                </p:oleObj>
              </mc:Choice>
              <mc:Fallback>
                <p:oleObj name="Equation" r:id="rId17" imgW="393480" imgH="304560" progId="Equation.3">
                  <p:embed/>
                  <p:pic>
                    <p:nvPicPr>
                      <p:cNvPr id="5130" name="Object 24">
                        <a:extLst>
                          <a:ext uri="{FF2B5EF4-FFF2-40B4-BE49-F238E27FC236}">
                            <a16:creationId xmlns:a16="http://schemas.microsoft.com/office/drawing/2014/main" id="{226701C6-111E-497D-B030-D16E67BFFF1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23288" y="3265488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1" name="Object 25">
            <a:extLst>
              <a:ext uri="{FF2B5EF4-FFF2-40B4-BE49-F238E27FC236}">
                <a16:creationId xmlns:a16="http://schemas.microsoft.com/office/drawing/2014/main" id="{99EBCB22-CA8A-4B08-803A-28EE80A358F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53063" y="1500188"/>
          <a:ext cx="35433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4" name="Equation" r:id="rId18" imgW="3543120" imgH="545760" progId="Equation.3">
                  <p:embed/>
                </p:oleObj>
              </mc:Choice>
              <mc:Fallback>
                <p:oleObj name="Equation" r:id="rId18" imgW="3543120" imgH="545760" progId="Equation.3">
                  <p:embed/>
                  <p:pic>
                    <p:nvPicPr>
                      <p:cNvPr id="5131" name="Object 25">
                        <a:extLst>
                          <a:ext uri="{FF2B5EF4-FFF2-40B4-BE49-F238E27FC236}">
                            <a16:creationId xmlns:a16="http://schemas.microsoft.com/office/drawing/2014/main" id="{99EBCB22-CA8A-4B08-803A-28EE80A358F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53063" y="1500188"/>
                        <a:ext cx="35433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32" name="Object 26">
            <a:extLst>
              <a:ext uri="{FF2B5EF4-FFF2-40B4-BE49-F238E27FC236}">
                <a16:creationId xmlns:a16="http://schemas.microsoft.com/office/drawing/2014/main" id="{B2896490-C80A-4E04-8E46-35FE49E953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505200" y="5943600"/>
          <a:ext cx="278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65" name="Equation" r:id="rId20" imgW="2781000" imgH="723600" progId="Equation.3">
                  <p:embed/>
                </p:oleObj>
              </mc:Choice>
              <mc:Fallback>
                <p:oleObj name="Equation" r:id="rId20" imgW="2781000" imgH="723600" progId="Equation.3">
                  <p:embed/>
                  <p:pic>
                    <p:nvPicPr>
                      <p:cNvPr id="5132" name="Object 26">
                        <a:extLst>
                          <a:ext uri="{FF2B5EF4-FFF2-40B4-BE49-F238E27FC236}">
                            <a16:creationId xmlns:a16="http://schemas.microsoft.com/office/drawing/2014/main" id="{B2896490-C80A-4E04-8E46-35FE49E9539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5943600"/>
                        <a:ext cx="278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43" name="Text Box 2">
            <a:extLst>
              <a:ext uri="{FF2B5EF4-FFF2-40B4-BE49-F238E27FC236}">
                <a16:creationId xmlns:a16="http://schemas.microsoft.com/office/drawing/2014/main" id="{CFA576C9-5F8B-4292-BBC4-70EC96757E0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24439" y="2357438"/>
            <a:ext cx="19827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Olacaktır</a:t>
            </a:r>
            <a:endParaRPr lang="en-US" altLang="tr-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1" name="3 Slayt Numarası Yer Tutucusu">
            <a:extLst>
              <a:ext uri="{FF2B5EF4-FFF2-40B4-BE49-F238E27FC236}">
                <a16:creationId xmlns:a16="http://schemas.microsoft.com/office/drawing/2014/main" id="{94F0E931-69AB-4D23-822F-B240000EE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C6EEE036-C0C8-43CA-AA19-7A69AFF20E5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52" name="Text Box 2">
            <a:extLst>
              <a:ext uri="{FF2B5EF4-FFF2-40B4-BE49-F238E27FC236}">
                <a16:creationId xmlns:a16="http://schemas.microsoft.com/office/drawing/2014/main" id="{19E1E068-6262-4815-A280-68C2FC58AD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616200"/>
            <a:ext cx="45958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Pumping Lemma</a:t>
            </a:r>
            <a:r>
              <a:rPr lang="tr-TR" altLang="tr-TR">
                <a:solidFill>
                  <a:srgbClr val="FF3300"/>
                </a:solidFill>
              </a:rPr>
              <a:t>’ya göre</a:t>
            </a:r>
            <a:endParaRPr lang="en-US" altLang="tr-TR">
              <a:solidFill>
                <a:srgbClr val="FF3300"/>
              </a:solidFill>
            </a:endParaRPr>
          </a:p>
        </p:txBody>
      </p:sp>
      <p:graphicFrame>
        <p:nvGraphicFramePr>
          <p:cNvPr id="6146" name="Object 3">
            <a:extLst>
              <a:ext uri="{FF2B5EF4-FFF2-40B4-BE49-F238E27FC236}">
                <a16:creationId xmlns:a16="http://schemas.microsoft.com/office/drawing/2014/main" id="{824CAEF3-4D27-4904-A1BA-CFAB20D7E25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667000" y="3357563"/>
          <a:ext cx="24130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1" name="Equation" r:id="rId3" imgW="2412720" imgH="723600" progId="Equation.3">
                  <p:embed/>
                </p:oleObj>
              </mc:Choice>
              <mc:Fallback>
                <p:oleObj name="Equation" r:id="rId3" imgW="2412720" imgH="723600" progId="Equation.3">
                  <p:embed/>
                  <p:pic>
                    <p:nvPicPr>
                      <p:cNvPr id="6146" name="Object 3">
                        <a:extLst>
                          <a:ext uri="{FF2B5EF4-FFF2-40B4-BE49-F238E27FC236}">
                            <a16:creationId xmlns:a16="http://schemas.microsoft.com/office/drawing/2014/main" id="{824CAEF3-4D27-4904-A1BA-CFAB20D7E2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357563"/>
                        <a:ext cx="24130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4">
            <a:extLst>
              <a:ext uri="{FF2B5EF4-FFF2-40B4-BE49-F238E27FC236}">
                <a16:creationId xmlns:a16="http://schemas.microsoft.com/office/drawing/2014/main" id="{6AA91EC5-CDBB-4893-A888-EB3496F3DA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5938" y="3500438"/>
          <a:ext cx="2324100" cy="531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2" name="Equation" r:id="rId5" imgW="2323800" imgH="533160" progId="Equation.3">
                  <p:embed/>
                </p:oleObj>
              </mc:Choice>
              <mc:Fallback>
                <p:oleObj name="Equation" r:id="rId5" imgW="2323800" imgH="533160" progId="Equation.3">
                  <p:embed/>
                  <p:pic>
                    <p:nvPicPr>
                      <p:cNvPr id="6147" name="Object 4">
                        <a:extLst>
                          <a:ext uri="{FF2B5EF4-FFF2-40B4-BE49-F238E27FC236}">
                            <a16:creationId xmlns:a16="http://schemas.microsoft.com/office/drawing/2014/main" id="{6AA91EC5-CDBB-4893-A888-EB3496F3DA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3500438"/>
                        <a:ext cx="2324100" cy="531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8" name="Object 9">
            <a:extLst>
              <a:ext uri="{FF2B5EF4-FFF2-40B4-BE49-F238E27FC236}">
                <a16:creationId xmlns:a16="http://schemas.microsoft.com/office/drawing/2014/main" id="{E4820C9D-BDD9-4611-AAF6-D2B4E540848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67125" y="4929188"/>
          <a:ext cx="2501900" cy="722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3" name="Equation" r:id="rId7" imgW="2501640" imgH="723600" progId="Equation.3">
                  <p:embed/>
                </p:oleObj>
              </mc:Choice>
              <mc:Fallback>
                <p:oleObj name="Equation" r:id="rId7" imgW="2501640" imgH="723600" progId="Equation.3">
                  <p:embed/>
                  <p:pic>
                    <p:nvPicPr>
                      <p:cNvPr id="6148" name="Object 9">
                        <a:extLst>
                          <a:ext uri="{FF2B5EF4-FFF2-40B4-BE49-F238E27FC236}">
                            <a16:creationId xmlns:a16="http://schemas.microsoft.com/office/drawing/2014/main" id="{E4820C9D-BDD9-4611-AAF6-D2B4E54084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7125" y="4929188"/>
                        <a:ext cx="2501900" cy="722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9" name="Object 12">
            <a:extLst>
              <a:ext uri="{FF2B5EF4-FFF2-40B4-BE49-F238E27FC236}">
                <a16:creationId xmlns:a16="http://schemas.microsoft.com/office/drawing/2014/main" id="{AC6C3FFD-459C-4A4E-BC98-CDB2F457E0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0"/>
          <a:ext cx="278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4" name="Equation" r:id="rId9" imgW="2781000" imgH="723600" progId="Equation.3">
                  <p:embed/>
                </p:oleObj>
              </mc:Choice>
              <mc:Fallback>
                <p:oleObj name="Equation" r:id="rId9" imgW="2781000" imgH="723600" progId="Equation.3">
                  <p:embed/>
                  <p:pic>
                    <p:nvPicPr>
                      <p:cNvPr id="6149" name="Object 12">
                        <a:extLst>
                          <a:ext uri="{FF2B5EF4-FFF2-40B4-BE49-F238E27FC236}">
                            <a16:creationId xmlns:a16="http://schemas.microsoft.com/office/drawing/2014/main" id="{AC6C3FFD-459C-4A4E-BC98-CDB2F457E0C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0"/>
                        <a:ext cx="278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50" name="Object 13">
            <a:extLst>
              <a:ext uri="{FF2B5EF4-FFF2-40B4-BE49-F238E27FC236}">
                <a16:creationId xmlns:a16="http://schemas.microsoft.com/office/drawing/2014/main" id="{B23F7992-14EB-4B6C-9585-1FEF5E9264D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"/>
          <a:ext cx="3860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65" name="Equation" r:id="rId11" imgW="3860640" imgH="723600" progId="Equation.3">
                  <p:embed/>
                </p:oleObj>
              </mc:Choice>
              <mc:Fallback>
                <p:oleObj name="Equation" r:id="rId11" imgW="3860640" imgH="723600" progId="Equation.3">
                  <p:embed/>
                  <p:pic>
                    <p:nvPicPr>
                      <p:cNvPr id="6150" name="Object 13">
                        <a:extLst>
                          <a:ext uri="{FF2B5EF4-FFF2-40B4-BE49-F238E27FC236}">
                            <a16:creationId xmlns:a16="http://schemas.microsoft.com/office/drawing/2014/main" id="{B23F7992-14EB-4B6C-9585-1FEF5E9264D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"/>
                        <a:ext cx="38608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3" name="3 Slayt Numarası Yer Tutucusu">
            <a:extLst>
              <a:ext uri="{FF2B5EF4-FFF2-40B4-BE49-F238E27FC236}">
                <a16:creationId xmlns:a16="http://schemas.microsoft.com/office/drawing/2014/main" id="{55E961F4-BB6F-41C5-A98B-945AD4929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12BAF276-0FDC-4CAF-B696-FD8E54CDD5C8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7184" name="Text Box 5">
            <a:extLst>
              <a:ext uri="{FF2B5EF4-FFF2-40B4-BE49-F238E27FC236}">
                <a16:creationId xmlns:a16="http://schemas.microsoft.com/office/drawing/2014/main" id="{6484BB85-CD95-41BA-9018-C4CEAAFE2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47800"/>
            <a:ext cx="4717958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>
                <a:solidFill>
                  <a:srgbClr val="FF3300"/>
                </a:solidFill>
              </a:rPr>
              <a:t>O halde </a:t>
            </a:r>
            <a:r>
              <a:rPr lang="en-US" altLang="tr-TR">
                <a:solidFill>
                  <a:srgbClr val="FF3300"/>
                </a:solidFill>
              </a:rPr>
              <a:t>Pumping Lemma</a:t>
            </a:r>
            <a:endParaRPr lang="tr-TR" altLang="tr-TR">
              <a:solidFill>
                <a:srgbClr val="FF3300"/>
              </a:solidFill>
            </a:endParaRPr>
          </a:p>
          <a:p>
            <a:r>
              <a:rPr lang="tr-TR" altLang="tr-TR">
                <a:solidFill>
                  <a:srgbClr val="FF3300"/>
                </a:solidFill>
              </a:rPr>
              <a:t>Gereği olarak</a:t>
            </a:r>
            <a:endParaRPr lang="en-US" altLang="tr-TR">
              <a:solidFill>
                <a:srgbClr val="FF3300"/>
              </a:solidFill>
            </a:endParaRPr>
          </a:p>
        </p:txBody>
      </p:sp>
      <p:graphicFrame>
        <p:nvGraphicFramePr>
          <p:cNvPr id="7170" name="Object 6">
            <a:extLst>
              <a:ext uri="{FF2B5EF4-FFF2-40B4-BE49-F238E27FC236}">
                <a16:creationId xmlns:a16="http://schemas.microsoft.com/office/drawing/2014/main" id="{70A54C5C-B2B1-4336-A110-B4BD03727A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52613" y="3368675"/>
          <a:ext cx="8267700" cy="71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09" name="Equation" r:id="rId3" imgW="8267400" imgH="723600" progId="Equation.3">
                  <p:embed/>
                </p:oleObj>
              </mc:Choice>
              <mc:Fallback>
                <p:oleObj name="Equation" r:id="rId3" imgW="8267400" imgH="723600" progId="Equation.3">
                  <p:embed/>
                  <p:pic>
                    <p:nvPicPr>
                      <p:cNvPr id="7170" name="Object 6">
                        <a:extLst>
                          <a:ext uri="{FF2B5EF4-FFF2-40B4-BE49-F238E27FC236}">
                            <a16:creationId xmlns:a16="http://schemas.microsoft.com/office/drawing/2014/main" id="{70A54C5C-B2B1-4336-A110-B4BD03727AB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52613" y="3368675"/>
                        <a:ext cx="8267700" cy="717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85" name="AutoShape 8">
            <a:extLst>
              <a:ext uri="{FF2B5EF4-FFF2-40B4-BE49-F238E27FC236}">
                <a16:creationId xmlns:a16="http://schemas.microsoft.com/office/drawing/2014/main" id="{897A1C30-3293-470A-968A-EF58AB16E5B4}"/>
              </a:ext>
            </a:extLst>
          </p:cNvPr>
          <p:cNvSpPr>
            <a:spLocks/>
          </p:cNvSpPr>
          <p:nvPr/>
        </p:nvSpPr>
        <p:spPr bwMode="auto">
          <a:xfrm rot="5353442">
            <a:off x="3605213" y="3973721"/>
            <a:ext cx="457200" cy="618708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7186" name="AutoShape 9">
            <a:extLst>
              <a:ext uri="{FF2B5EF4-FFF2-40B4-BE49-F238E27FC236}">
                <a16:creationId xmlns:a16="http://schemas.microsoft.com/office/drawing/2014/main" id="{00E06246-73E0-47F8-9601-04FED34CCAA0}"/>
              </a:ext>
            </a:extLst>
          </p:cNvPr>
          <p:cNvSpPr>
            <a:spLocks/>
          </p:cNvSpPr>
          <p:nvPr/>
        </p:nvSpPr>
        <p:spPr bwMode="auto">
          <a:xfrm rot="5353442">
            <a:off x="4443413" y="3973721"/>
            <a:ext cx="457200" cy="618708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7187" name="AutoShape 10">
            <a:extLst>
              <a:ext uri="{FF2B5EF4-FFF2-40B4-BE49-F238E27FC236}">
                <a16:creationId xmlns:a16="http://schemas.microsoft.com/office/drawing/2014/main" id="{3A4C04AE-D1E1-4071-A06F-ECBD5DDBAE66}"/>
              </a:ext>
            </a:extLst>
          </p:cNvPr>
          <p:cNvSpPr>
            <a:spLocks/>
          </p:cNvSpPr>
          <p:nvPr/>
        </p:nvSpPr>
        <p:spPr bwMode="auto">
          <a:xfrm rot="5353442">
            <a:off x="7416007" y="3942615"/>
            <a:ext cx="457200" cy="680918"/>
          </a:xfrm>
          <a:prstGeom prst="rightBrace">
            <a:avLst>
              <a:gd name="adj1" fmla="val 5558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7188" name="AutoShape 11">
            <a:extLst>
              <a:ext uri="{FF2B5EF4-FFF2-40B4-BE49-F238E27FC236}">
                <a16:creationId xmlns:a16="http://schemas.microsoft.com/office/drawing/2014/main" id="{7574878B-AF26-48D7-AFFF-CD1C67C69305}"/>
              </a:ext>
            </a:extLst>
          </p:cNvPr>
          <p:cNvSpPr>
            <a:spLocks/>
          </p:cNvSpPr>
          <p:nvPr/>
        </p:nvSpPr>
        <p:spPr bwMode="auto">
          <a:xfrm rot="16153442">
            <a:off x="4745832" y="3020278"/>
            <a:ext cx="457200" cy="680918"/>
          </a:xfrm>
          <a:prstGeom prst="rightBrace">
            <a:avLst>
              <a:gd name="adj1" fmla="val 5836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7189" name="AutoShape 12">
            <a:extLst>
              <a:ext uri="{FF2B5EF4-FFF2-40B4-BE49-F238E27FC236}">
                <a16:creationId xmlns:a16="http://schemas.microsoft.com/office/drawing/2014/main" id="{F2DFF3D2-7937-43FB-9F87-8BBAAD014715}"/>
              </a:ext>
            </a:extLst>
          </p:cNvPr>
          <p:cNvSpPr>
            <a:spLocks/>
          </p:cNvSpPr>
          <p:nvPr/>
        </p:nvSpPr>
        <p:spPr bwMode="auto">
          <a:xfrm rot="16153442">
            <a:off x="6845300" y="3008174"/>
            <a:ext cx="381000" cy="613053"/>
          </a:xfrm>
          <a:prstGeom prst="rightBrace">
            <a:avLst>
              <a:gd name="adj1" fmla="val 1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7171" name="Object 13">
            <a:extLst>
              <a:ext uri="{FF2B5EF4-FFF2-40B4-BE49-F238E27FC236}">
                <a16:creationId xmlns:a16="http://schemas.microsoft.com/office/drawing/2014/main" id="{A5D80CE1-2B25-4873-B419-FE3C6FEBDB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32201" y="4606925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0" name="Equation" r:id="rId5" imgW="291960" imgH="304560" progId="Equation.3">
                  <p:embed/>
                </p:oleObj>
              </mc:Choice>
              <mc:Fallback>
                <p:oleObj name="Equation" r:id="rId5" imgW="291960" imgH="304560" progId="Equation.3">
                  <p:embed/>
                  <p:pic>
                    <p:nvPicPr>
                      <p:cNvPr id="7171" name="Object 13">
                        <a:extLst>
                          <a:ext uri="{FF2B5EF4-FFF2-40B4-BE49-F238E27FC236}">
                            <a16:creationId xmlns:a16="http://schemas.microsoft.com/office/drawing/2014/main" id="{A5D80CE1-2B25-4873-B419-FE3C6FEBDB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1" y="4606925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14">
            <a:extLst>
              <a:ext uri="{FF2B5EF4-FFF2-40B4-BE49-F238E27FC236}">
                <a16:creationId xmlns:a16="http://schemas.microsoft.com/office/drawing/2014/main" id="{DE3C6D32-8C5D-4986-B88C-64EC987B111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19614" y="4587875"/>
          <a:ext cx="3063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1" name="Equation" r:id="rId7" imgW="317160" imgH="406080" progId="Equation.3">
                  <p:embed/>
                </p:oleObj>
              </mc:Choice>
              <mc:Fallback>
                <p:oleObj name="Equation" r:id="rId7" imgW="317160" imgH="406080" progId="Equation.3">
                  <p:embed/>
                  <p:pic>
                    <p:nvPicPr>
                      <p:cNvPr id="7172" name="Object 14">
                        <a:extLst>
                          <a:ext uri="{FF2B5EF4-FFF2-40B4-BE49-F238E27FC236}">
                            <a16:creationId xmlns:a16="http://schemas.microsoft.com/office/drawing/2014/main" id="{DE3C6D32-8C5D-4986-B88C-64EC987B11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19614" y="4587875"/>
                        <a:ext cx="3063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15">
            <a:extLst>
              <a:ext uri="{FF2B5EF4-FFF2-40B4-BE49-F238E27FC236}">
                <a16:creationId xmlns:a16="http://schemas.microsoft.com/office/drawing/2014/main" id="{771712E4-AB56-4D9A-AE4C-FCEF12E248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8238" y="4664076"/>
          <a:ext cx="265112" cy="277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2" name="Equation" r:id="rId9" imgW="266400" imgH="279360" progId="Equation.3">
                  <p:embed/>
                </p:oleObj>
              </mc:Choice>
              <mc:Fallback>
                <p:oleObj name="Equation" r:id="rId9" imgW="266400" imgH="279360" progId="Equation.3">
                  <p:embed/>
                  <p:pic>
                    <p:nvPicPr>
                      <p:cNvPr id="7173" name="Object 15">
                        <a:extLst>
                          <a:ext uri="{FF2B5EF4-FFF2-40B4-BE49-F238E27FC236}">
                            <a16:creationId xmlns:a16="http://schemas.microsoft.com/office/drawing/2014/main" id="{771712E4-AB56-4D9A-AE4C-FCEF12E248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8238" y="4664076"/>
                        <a:ext cx="265112" cy="277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16">
            <a:extLst>
              <a:ext uri="{FF2B5EF4-FFF2-40B4-BE49-F238E27FC236}">
                <a16:creationId xmlns:a16="http://schemas.microsoft.com/office/drawing/2014/main" id="{EAD48EDA-42C2-46CA-8BBC-DEEA711C59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214814" y="2682875"/>
          <a:ext cx="154463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3" name="Equation" r:id="rId11" imgW="1130040" imgH="431640" progId="Equation.3">
                  <p:embed/>
                </p:oleObj>
              </mc:Choice>
              <mc:Fallback>
                <p:oleObj name="Equation" r:id="rId11" imgW="1130040" imgH="431640" progId="Equation.3">
                  <p:embed/>
                  <p:pic>
                    <p:nvPicPr>
                      <p:cNvPr id="7174" name="Object 16">
                        <a:extLst>
                          <a:ext uri="{FF2B5EF4-FFF2-40B4-BE49-F238E27FC236}">
                            <a16:creationId xmlns:a16="http://schemas.microsoft.com/office/drawing/2014/main" id="{EAD48EDA-42C2-46CA-8BBC-DEEA711C59D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4814" y="2682875"/>
                        <a:ext cx="154463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5" name="Object 17">
            <a:extLst>
              <a:ext uri="{FF2B5EF4-FFF2-40B4-BE49-F238E27FC236}">
                <a16:creationId xmlns:a16="http://schemas.microsoft.com/office/drawing/2014/main" id="{01BDDF6F-B819-45EA-9147-1AE33A2286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70700" y="2747963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4" name="Equation" r:id="rId13" imgW="393480" imgH="304560" progId="Equation.3">
                  <p:embed/>
                </p:oleObj>
              </mc:Choice>
              <mc:Fallback>
                <p:oleObj name="Equation" r:id="rId13" imgW="393480" imgH="304560" progId="Equation.3">
                  <p:embed/>
                  <p:pic>
                    <p:nvPicPr>
                      <p:cNvPr id="7175" name="Object 17">
                        <a:extLst>
                          <a:ext uri="{FF2B5EF4-FFF2-40B4-BE49-F238E27FC236}">
                            <a16:creationId xmlns:a16="http://schemas.microsoft.com/office/drawing/2014/main" id="{01BDDF6F-B819-45EA-9147-1AE33A2286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0700" y="2747963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0" name="AutoShape 18">
            <a:extLst>
              <a:ext uri="{FF2B5EF4-FFF2-40B4-BE49-F238E27FC236}">
                <a16:creationId xmlns:a16="http://schemas.microsoft.com/office/drawing/2014/main" id="{936C8559-0840-4B6F-A488-7CE2DFAB2920}"/>
              </a:ext>
            </a:extLst>
          </p:cNvPr>
          <p:cNvSpPr>
            <a:spLocks/>
          </p:cNvSpPr>
          <p:nvPr/>
        </p:nvSpPr>
        <p:spPr bwMode="auto">
          <a:xfrm rot="16153442">
            <a:off x="7683500" y="3008174"/>
            <a:ext cx="381000" cy="613053"/>
          </a:xfrm>
          <a:prstGeom prst="rightBrace">
            <a:avLst>
              <a:gd name="adj1" fmla="val 1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7176" name="Object 19">
            <a:extLst>
              <a:ext uri="{FF2B5EF4-FFF2-40B4-BE49-F238E27FC236}">
                <a16:creationId xmlns:a16="http://schemas.microsoft.com/office/drawing/2014/main" id="{89AE910E-5E6D-48FA-82A4-83E3882F1A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08900" y="2747963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5" name="Equation" r:id="rId15" imgW="393480" imgH="304560" progId="Equation.3">
                  <p:embed/>
                </p:oleObj>
              </mc:Choice>
              <mc:Fallback>
                <p:oleObj name="Equation" r:id="rId15" imgW="393480" imgH="304560" progId="Equation.3">
                  <p:embed/>
                  <p:pic>
                    <p:nvPicPr>
                      <p:cNvPr id="7176" name="Object 19">
                        <a:extLst>
                          <a:ext uri="{FF2B5EF4-FFF2-40B4-BE49-F238E27FC236}">
                            <a16:creationId xmlns:a16="http://schemas.microsoft.com/office/drawing/2014/main" id="{89AE910E-5E6D-48FA-82A4-83E3882F1A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08900" y="2747963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1" name="AutoShape 20">
            <a:extLst>
              <a:ext uri="{FF2B5EF4-FFF2-40B4-BE49-F238E27FC236}">
                <a16:creationId xmlns:a16="http://schemas.microsoft.com/office/drawing/2014/main" id="{1C182C42-3D05-4A58-ADED-25FBB0A091B1}"/>
              </a:ext>
            </a:extLst>
          </p:cNvPr>
          <p:cNvSpPr>
            <a:spLocks/>
          </p:cNvSpPr>
          <p:nvPr/>
        </p:nvSpPr>
        <p:spPr bwMode="auto">
          <a:xfrm rot="16153442">
            <a:off x="8545513" y="3024049"/>
            <a:ext cx="381000" cy="613053"/>
          </a:xfrm>
          <a:prstGeom prst="rightBrace">
            <a:avLst>
              <a:gd name="adj1" fmla="val 144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7177" name="Object 21">
            <a:extLst>
              <a:ext uri="{FF2B5EF4-FFF2-40B4-BE49-F238E27FC236}">
                <a16:creationId xmlns:a16="http://schemas.microsoft.com/office/drawing/2014/main" id="{117718FC-4861-47F8-9A8D-BDB7355EDEC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47100" y="2747963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6" name="Equation" r:id="rId16" imgW="393480" imgH="304560" progId="Equation.3">
                  <p:embed/>
                </p:oleObj>
              </mc:Choice>
              <mc:Fallback>
                <p:oleObj name="Equation" r:id="rId16" imgW="393480" imgH="304560" progId="Equation.3">
                  <p:embed/>
                  <p:pic>
                    <p:nvPicPr>
                      <p:cNvPr id="7177" name="Object 21">
                        <a:extLst>
                          <a:ext uri="{FF2B5EF4-FFF2-40B4-BE49-F238E27FC236}">
                            <a16:creationId xmlns:a16="http://schemas.microsoft.com/office/drawing/2014/main" id="{117718FC-4861-47F8-9A8D-BDB7355EDEC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47100" y="2747963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8" name="Object 23">
            <a:extLst>
              <a:ext uri="{FF2B5EF4-FFF2-40B4-BE49-F238E27FC236}">
                <a16:creationId xmlns:a16="http://schemas.microsoft.com/office/drawing/2014/main" id="{32B5E34A-1E42-47B5-801C-B20B14E638D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0"/>
          <a:ext cx="278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7" name="Equation" r:id="rId17" imgW="2781000" imgH="723600" progId="Equation.3">
                  <p:embed/>
                </p:oleObj>
              </mc:Choice>
              <mc:Fallback>
                <p:oleObj name="Equation" r:id="rId17" imgW="2781000" imgH="723600" progId="Equation.3">
                  <p:embed/>
                  <p:pic>
                    <p:nvPicPr>
                      <p:cNvPr id="7178" name="Object 23">
                        <a:extLst>
                          <a:ext uri="{FF2B5EF4-FFF2-40B4-BE49-F238E27FC236}">
                            <a16:creationId xmlns:a16="http://schemas.microsoft.com/office/drawing/2014/main" id="{32B5E34A-1E42-47B5-801C-B20B14E638D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0"/>
                        <a:ext cx="278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92" name="AutoShape 24">
            <a:extLst>
              <a:ext uri="{FF2B5EF4-FFF2-40B4-BE49-F238E27FC236}">
                <a16:creationId xmlns:a16="http://schemas.microsoft.com/office/drawing/2014/main" id="{067709E2-A5F4-461A-B8B6-42F2DD52CA34}"/>
              </a:ext>
            </a:extLst>
          </p:cNvPr>
          <p:cNvSpPr>
            <a:spLocks/>
          </p:cNvSpPr>
          <p:nvPr/>
        </p:nvSpPr>
        <p:spPr bwMode="auto">
          <a:xfrm rot="5353442">
            <a:off x="5357813" y="3973721"/>
            <a:ext cx="457200" cy="618708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7179" name="Object 25">
            <a:extLst>
              <a:ext uri="{FF2B5EF4-FFF2-40B4-BE49-F238E27FC236}">
                <a16:creationId xmlns:a16="http://schemas.microsoft.com/office/drawing/2014/main" id="{222D3A16-2E59-4B18-9991-DB6F2E717BE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34014" y="4587875"/>
          <a:ext cx="30638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8" name="Equation" r:id="rId19" imgW="317160" imgH="406080" progId="Equation.3">
                  <p:embed/>
                </p:oleObj>
              </mc:Choice>
              <mc:Fallback>
                <p:oleObj name="Equation" r:id="rId19" imgW="317160" imgH="406080" progId="Equation.3">
                  <p:embed/>
                  <p:pic>
                    <p:nvPicPr>
                      <p:cNvPr id="7179" name="Object 25">
                        <a:extLst>
                          <a:ext uri="{FF2B5EF4-FFF2-40B4-BE49-F238E27FC236}">
                            <a16:creationId xmlns:a16="http://schemas.microsoft.com/office/drawing/2014/main" id="{222D3A16-2E59-4B18-9991-DB6F2E717B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34014" y="4587875"/>
                        <a:ext cx="30638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0" name="Object 26">
            <a:extLst>
              <a:ext uri="{FF2B5EF4-FFF2-40B4-BE49-F238E27FC236}">
                <a16:creationId xmlns:a16="http://schemas.microsoft.com/office/drawing/2014/main" id="{6BE3A317-53E9-4B2C-BDC0-C067513457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858000" y="1295401"/>
          <a:ext cx="2501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19" name="Equation" r:id="rId20" imgW="2501640" imgH="723600" progId="Equation.3">
                  <p:embed/>
                </p:oleObj>
              </mc:Choice>
              <mc:Fallback>
                <p:oleObj name="Equation" r:id="rId20" imgW="2501640" imgH="723600" progId="Equation.3">
                  <p:embed/>
                  <p:pic>
                    <p:nvPicPr>
                      <p:cNvPr id="7180" name="Object 26">
                        <a:extLst>
                          <a:ext uri="{FF2B5EF4-FFF2-40B4-BE49-F238E27FC236}">
                            <a16:creationId xmlns:a16="http://schemas.microsoft.com/office/drawing/2014/main" id="{6BE3A317-53E9-4B2C-BDC0-C0675134575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58000" y="1295401"/>
                        <a:ext cx="25019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1" name="Object 28">
            <a:extLst>
              <a:ext uri="{FF2B5EF4-FFF2-40B4-BE49-F238E27FC236}">
                <a16:creationId xmlns:a16="http://schemas.microsoft.com/office/drawing/2014/main" id="{B5BF2058-0BD4-44A0-A1B2-FA5F96CBF56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6400" y="1"/>
          <a:ext cx="38608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0" name="Equation" r:id="rId22" imgW="3860640" imgH="723600" progId="Equation.3">
                  <p:embed/>
                </p:oleObj>
              </mc:Choice>
              <mc:Fallback>
                <p:oleObj name="Equation" r:id="rId22" imgW="3860640" imgH="723600" progId="Equation.3">
                  <p:embed/>
                  <p:pic>
                    <p:nvPicPr>
                      <p:cNvPr id="7181" name="Object 28">
                        <a:extLst>
                          <a:ext uri="{FF2B5EF4-FFF2-40B4-BE49-F238E27FC236}">
                            <a16:creationId xmlns:a16="http://schemas.microsoft.com/office/drawing/2014/main" id="{B5BF2058-0BD4-44A0-A1B2-FA5F96CBF56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1"/>
                        <a:ext cx="38608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82" name="Object 29">
            <a:extLst>
              <a:ext uri="{FF2B5EF4-FFF2-40B4-BE49-F238E27FC236}">
                <a16:creationId xmlns:a16="http://schemas.microsoft.com/office/drawing/2014/main" id="{9CFC647D-8ACF-4382-BBE3-AC8DBBE5D45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48200" y="5791201"/>
          <a:ext cx="39243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1" name="Equation" r:id="rId24" imgW="3924000" imgH="723600" progId="Equation.3">
                  <p:embed/>
                </p:oleObj>
              </mc:Choice>
              <mc:Fallback>
                <p:oleObj name="Equation" r:id="rId24" imgW="3924000" imgH="723600" progId="Equation.3">
                  <p:embed/>
                  <p:pic>
                    <p:nvPicPr>
                      <p:cNvPr id="7182" name="Object 29">
                        <a:extLst>
                          <a:ext uri="{FF2B5EF4-FFF2-40B4-BE49-F238E27FC236}">
                            <a16:creationId xmlns:a16="http://schemas.microsoft.com/office/drawing/2014/main" id="{9CFC647D-8ACF-4382-BBE3-AC8DBBE5D45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5791201"/>
                        <a:ext cx="39243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9" name="3 Slayt Numarası Yer Tutucusu">
            <a:extLst>
              <a:ext uri="{FF2B5EF4-FFF2-40B4-BE49-F238E27FC236}">
                <a16:creationId xmlns:a16="http://schemas.microsoft.com/office/drawing/2014/main" id="{1B5AA1F1-47B1-42D5-B60F-876633490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651C9DA-3506-4084-A1BE-88F9B9E492B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8194" name="Object 2">
            <a:extLst>
              <a:ext uri="{FF2B5EF4-FFF2-40B4-BE49-F238E27FC236}">
                <a16:creationId xmlns:a16="http://schemas.microsoft.com/office/drawing/2014/main" id="{4A7D56C7-30ED-41AB-937A-E0956CB171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2400" y="228601"/>
          <a:ext cx="39243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09" name="Equation" r:id="rId3" imgW="3924000" imgH="723600" progId="Equation.3">
                  <p:embed/>
                </p:oleObj>
              </mc:Choice>
              <mc:Fallback>
                <p:oleObj name="Equation" r:id="rId3" imgW="3924000" imgH="723600" progId="Equation.3">
                  <p:embed/>
                  <p:pic>
                    <p:nvPicPr>
                      <p:cNvPr id="8194" name="Object 2">
                        <a:extLst>
                          <a:ext uri="{FF2B5EF4-FFF2-40B4-BE49-F238E27FC236}">
                            <a16:creationId xmlns:a16="http://schemas.microsoft.com/office/drawing/2014/main" id="{4A7D56C7-30ED-41AB-937A-E0956CB171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228601"/>
                        <a:ext cx="39243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7">
            <a:extLst>
              <a:ext uri="{FF2B5EF4-FFF2-40B4-BE49-F238E27FC236}">
                <a16:creationId xmlns:a16="http://schemas.microsoft.com/office/drawing/2014/main" id="{23A259CD-1E48-487F-8D75-629FA9D9D1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05250" y="4130676"/>
          <a:ext cx="39243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0" name="Equation" r:id="rId5" imgW="3924000" imgH="723600" progId="Equation.3">
                  <p:embed/>
                </p:oleObj>
              </mc:Choice>
              <mc:Fallback>
                <p:oleObj name="Equation" r:id="rId5" imgW="3924000" imgH="723600" progId="Equation.3">
                  <p:embed/>
                  <p:pic>
                    <p:nvPicPr>
                      <p:cNvPr id="8195" name="Object 7">
                        <a:extLst>
                          <a:ext uri="{FF2B5EF4-FFF2-40B4-BE49-F238E27FC236}">
                            <a16:creationId xmlns:a16="http://schemas.microsoft.com/office/drawing/2014/main" id="{23A259CD-1E48-487F-8D75-629FA9D9D1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4130676"/>
                        <a:ext cx="39243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0" name="AutoShape 10">
            <a:extLst>
              <a:ext uri="{FF2B5EF4-FFF2-40B4-BE49-F238E27FC236}">
                <a16:creationId xmlns:a16="http://schemas.microsoft.com/office/drawing/2014/main" id="{461C6FF2-4C27-4B1C-B9EF-B4C657485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1" y="3160426"/>
            <a:ext cx="485775" cy="675263"/>
          </a:xfrm>
          <a:prstGeom prst="downArrow">
            <a:avLst>
              <a:gd name="adj1" fmla="val 50000"/>
              <a:gd name="adj2" fmla="val 3848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 type="none" w="lg" len="lg"/>
          </a:ln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8201" name="Text Box 11">
            <a:extLst>
              <a:ext uri="{FF2B5EF4-FFF2-40B4-BE49-F238E27FC236}">
                <a16:creationId xmlns:a16="http://schemas.microsoft.com/office/drawing/2014/main" id="{5A20312E-5E9C-4029-9B5A-139AF4278D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41525" y="2109788"/>
            <a:ext cx="1162050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 sz="3600" b="1">
                <a:solidFill>
                  <a:srgbClr val="FF3300"/>
                </a:solidFill>
              </a:rPr>
              <a:t>oysa</a:t>
            </a:r>
            <a:endParaRPr lang="en-US" altLang="tr-TR" sz="3600" b="1">
              <a:solidFill>
                <a:srgbClr val="FF3300"/>
              </a:solidFill>
            </a:endParaRPr>
          </a:p>
        </p:txBody>
      </p:sp>
      <p:sp>
        <p:nvSpPr>
          <p:cNvPr id="8202" name="Line 13">
            <a:extLst>
              <a:ext uri="{FF2B5EF4-FFF2-40B4-BE49-F238E27FC236}">
                <a16:creationId xmlns:a16="http://schemas.microsoft.com/office/drawing/2014/main" id="{B981AC78-96D0-4E0C-8DF4-90B89B48BF3F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0" y="1295400"/>
            <a:ext cx="9144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spAutoFit/>
          </a:bodyPr>
          <a:lstStyle/>
          <a:p>
            <a:endParaRPr lang="tr-TR"/>
          </a:p>
        </p:txBody>
      </p:sp>
      <p:graphicFrame>
        <p:nvGraphicFramePr>
          <p:cNvPr id="8196" name="Object 14">
            <a:extLst>
              <a:ext uri="{FF2B5EF4-FFF2-40B4-BE49-F238E27FC236}">
                <a16:creationId xmlns:a16="http://schemas.microsoft.com/office/drawing/2014/main" id="{2871962E-E3D0-400D-AB1A-0BE4E3D018A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96400" y="381000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1" name="Equation" r:id="rId7" imgW="952200" imgH="431640" progId="Equation.3">
                  <p:embed/>
                </p:oleObj>
              </mc:Choice>
              <mc:Fallback>
                <p:oleObj name="Equation" r:id="rId7" imgW="952200" imgH="431640" progId="Equation.3">
                  <p:embed/>
                  <p:pic>
                    <p:nvPicPr>
                      <p:cNvPr id="8196" name="Object 14">
                        <a:extLst>
                          <a:ext uri="{FF2B5EF4-FFF2-40B4-BE49-F238E27FC236}">
                            <a16:creationId xmlns:a16="http://schemas.microsoft.com/office/drawing/2014/main" id="{2871962E-E3D0-400D-AB1A-0BE4E3D01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96400" y="381000"/>
                        <a:ext cx="95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7" name="Object 15">
            <a:extLst>
              <a:ext uri="{FF2B5EF4-FFF2-40B4-BE49-F238E27FC236}">
                <a16:creationId xmlns:a16="http://schemas.microsoft.com/office/drawing/2014/main" id="{835A468A-64F9-470C-9D7C-AA1DF960855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0000" y="2057400"/>
          <a:ext cx="3886200" cy="719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2" name="Equation" r:id="rId9" imgW="2819160" imgH="558720" progId="Equation.3">
                  <p:embed/>
                </p:oleObj>
              </mc:Choice>
              <mc:Fallback>
                <p:oleObj name="Equation" r:id="rId9" imgW="2819160" imgH="558720" progId="Equation.3">
                  <p:embed/>
                  <p:pic>
                    <p:nvPicPr>
                      <p:cNvPr id="8197" name="Object 15">
                        <a:extLst>
                          <a:ext uri="{FF2B5EF4-FFF2-40B4-BE49-F238E27FC236}">
                            <a16:creationId xmlns:a16="http://schemas.microsoft.com/office/drawing/2014/main" id="{835A468A-64F9-470C-9D7C-AA1DF960855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2057400"/>
                        <a:ext cx="3886200" cy="719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8" name="Object 5">
            <a:extLst>
              <a:ext uri="{FF2B5EF4-FFF2-40B4-BE49-F238E27FC236}">
                <a16:creationId xmlns:a16="http://schemas.microsoft.com/office/drawing/2014/main" id="{C8E6282A-630B-4A3C-A2E4-464A25AC80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692526" y="5635625"/>
          <a:ext cx="3286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3" name="Equation" r:id="rId11" imgW="330120" imgH="393480" progId="Equation.3">
                  <p:embed/>
                </p:oleObj>
              </mc:Choice>
              <mc:Fallback>
                <p:oleObj name="Equation" r:id="rId11" imgW="330120" imgH="393480" progId="Equation.3">
                  <p:embed/>
                  <p:pic>
                    <p:nvPicPr>
                      <p:cNvPr id="8198" name="Object 5">
                        <a:extLst>
                          <a:ext uri="{FF2B5EF4-FFF2-40B4-BE49-F238E27FC236}">
                            <a16:creationId xmlns:a16="http://schemas.microsoft.com/office/drawing/2014/main" id="{C8E6282A-630B-4A3C-A2E4-464A25AC80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2526" y="5635625"/>
                        <a:ext cx="3286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3" name="Text Box 6">
            <a:extLst>
              <a:ext uri="{FF2B5EF4-FFF2-40B4-BE49-F238E27FC236}">
                <a16:creationId xmlns:a16="http://schemas.microsoft.com/office/drawing/2014/main" id="{2BA269F0-5AA7-4A77-9308-655C22DED9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38625" y="5572125"/>
            <a:ext cx="39131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Regüler dil değildir.</a:t>
            </a:r>
            <a:endParaRPr lang="en-US" altLang="tr-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3" name="3 Slayt Numarası Yer Tutucusu">
            <a:extLst>
              <a:ext uri="{FF2B5EF4-FFF2-40B4-BE49-F238E27FC236}">
                <a16:creationId xmlns:a16="http://schemas.microsoft.com/office/drawing/2014/main" id="{CB434DBE-CDA7-4288-9340-D3451DB3FA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0B8E4147-4687-49DB-94FF-2E1BA197C6CF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9218" name="Object 3">
            <a:extLst>
              <a:ext uri="{FF2B5EF4-FFF2-40B4-BE49-F238E27FC236}">
                <a16:creationId xmlns:a16="http://schemas.microsoft.com/office/drawing/2014/main" id="{66D2B245-6D34-4971-8517-A72C05A0183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53000" y="2428875"/>
          <a:ext cx="27940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3" name="Equation" r:id="rId3" imgW="2793960" imgH="609480" progId="Equation.3">
                  <p:embed/>
                </p:oleObj>
              </mc:Choice>
              <mc:Fallback>
                <p:oleObj name="Equation" r:id="rId3" imgW="2793960" imgH="609480" progId="Equation.3">
                  <p:embed/>
                  <p:pic>
                    <p:nvPicPr>
                      <p:cNvPr id="9218" name="Object 3">
                        <a:extLst>
                          <a:ext uri="{FF2B5EF4-FFF2-40B4-BE49-F238E27FC236}">
                            <a16:creationId xmlns:a16="http://schemas.microsoft.com/office/drawing/2014/main" id="{66D2B245-6D34-4971-8517-A72C05A0183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428875"/>
                        <a:ext cx="27940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Text Box 5">
            <a:extLst>
              <a:ext uri="{FF2B5EF4-FFF2-40B4-BE49-F238E27FC236}">
                <a16:creationId xmlns:a16="http://schemas.microsoft.com/office/drawing/2014/main" id="{736D1D0B-E033-4898-8F74-A29DE439AF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143000"/>
            <a:ext cx="592931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Pumping Lemma</a:t>
            </a:r>
            <a:r>
              <a:rPr lang="tr-TR" altLang="tr-TR">
                <a:solidFill>
                  <a:srgbClr val="FF3300"/>
                </a:solidFill>
              </a:rPr>
              <a:t>’daki tam sayı </a:t>
            </a:r>
            <a:endParaRPr lang="en-US" altLang="tr-TR">
              <a:solidFill>
                <a:srgbClr val="FF3300"/>
              </a:solidFill>
            </a:endParaRPr>
          </a:p>
        </p:txBody>
      </p:sp>
      <p:graphicFrame>
        <p:nvGraphicFramePr>
          <p:cNvPr id="9219" name="Object 8">
            <a:extLst>
              <a:ext uri="{FF2B5EF4-FFF2-40B4-BE49-F238E27FC236}">
                <a16:creationId xmlns:a16="http://schemas.microsoft.com/office/drawing/2014/main" id="{7B15E92D-E912-4C27-9FE2-E38A5DF5CDB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9750" y="2071688"/>
          <a:ext cx="1422400" cy="519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4" name="Equation" r:id="rId5" imgW="1422360" imgH="520560" progId="Equation.3">
                  <p:embed/>
                </p:oleObj>
              </mc:Choice>
              <mc:Fallback>
                <p:oleObj name="Equation" r:id="rId5" imgW="1422360" imgH="520560" progId="Equation.3">
                  <p:embed/>
                  <p:pic>
                    <p:nvPicPr>
                      <p:cNvPr id="9219" name="Object 8">
                        <a:extLst>
                          <a:ext uri="{FF2B5EF4-FFF2-40B4-BE49-F238E27FC236}">
                            <a16:creationId xmlns:a16="http://schemas.microsoft.com/office/drawing/2014/main" id="{7B15E92D-E912-4C27-9FE2-E38A5DF5CDB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9750" y="2071688"/>
                        <a:ext cx="1422400" cy="519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9">
            <a:extLst>
              <a:ext uri="{FF2B5EF4-FFF2-40B4-BE49-F238E27FC236}">
                <a16:creationId xmlns:a16="http://schemas.microsoft.com/office/drawing/2014/main" id="{1DD00070-BA65-43F8-B16E-0D937E66924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38313" y="2857501"/>
          <a:ext cx="1549400" cy="544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5" name="Equation" r:id="rId7" imgW="1549080" imgH="545760" progId="Equation.3">
                  <p:embed/>
                </p:oleObj>
              </mc:Choice>
              <mc:Fallback>
                <p:oleObj name="Equation" r:id="rId7" imgW="1549080" imgH="545760" progId="Equation.3">
                  <p:embed/>
                  <p:pic>
                    <p:nvPicPr>
                      <p:cNvPr id="9220" name="Object 9">
                        <a:extLst>
                          <a:ext uri="{FF2B5EF4-FFF2-40B4-BE49-F238E27FC236}">
                            <a16:creationId xmlns:a16="http://schemas.microsoft.com/office/drawing/2014/main" id="{1DD00070-BA65-43F8-B16E-0D937E66924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38313" y="2857501"/>
                        <a:ext cx="1549400" cy="544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11">
            <a:extLst>
              <a:ext uri="{FF2B5EF4-FFF2-40B4-BE49-F238E27FC236}">
                <a16:creationId xmlns:a16="http://schemas.microsoft.com/office/drawing/2014/main" id="{7D9DB250-8B17-43FE-AEA3-A6B9E8EE2B6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53313" y="1285875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6" name="Equation" r:id="rId9" imgW="393480" imgH="304560" progId="Equation.3">
                  <p:embed/>
                </p:oleObj>
              </mc:Choice>
              <mc:Fallback>
                <p:oleObj name="Equation" r:id="rId9" imgW="393480" imgH="304560" progId="Equation.3">
                  <p:embed/>
                  <p:pic>
                    <p:nvPicPr>
                      <p:cNvPr id="9221" name="Object 11">
                        <a:extLst>
                          <a:ext uri="{FF2B5EF4-FFF2-40B4-BE49-F238E27FC236}">
                            <a16:creationId xmlns:a16="http://schemas.microsoft.com/office/drawing/2014/main" id="{7D9DB250-8B17-43FE-AEA3-A6B9E8EE2B6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3313" y="1285875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13">
            <a:extLst>
              <a:ext uri="{FF2B5EF4-FFF2-40B4-BE49-F238E27FC236}">
                <a16:creationId xmlns:a16="http://schemas.microsoft.com/office/drawing/2014/main" id="{E69724D2-2778-4E05-806D-47EFD4A9CB0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79850" y="0"/>
          <a:ext cx="473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37" name="Equation" r:id="rId11" imgW="4736880" imgH="723600" progId="Equation.3">
                  <p:embed/>
                </p:oleObj>
              </mc:Choice>
              <mc:Fallback>
                <p:oleObj name="Equation" r:id="rId11" imgW="4736880" imgH="723600" progId="Equation.3">
                  <p:embed/>
                  <p:pic>
                    <p:nvPicPr>
                      <p:cNvPr id="9222" name="Object 13">
                        <a:extLst>
                          <a:ext uri="{FF2B5EF4-FFF2-40B4-BE49-F238E27FC236}">
                            <a16:creationId xmlns:a16="http://schemas.microsoft.com/office/drawing/2014/main" id="{E69724D2-2778-4E05-806D-47EFD4A9CB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9850" y="0"/>
                        <a:ext cx="4737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2" name="3 Slayt Numarası Yer Tutucusu">
            <a:extLst>
              <a:ext uri="{FF2B5EF4-FFF2-40B4-BE49-F238E27FC236}">
                <a16:creationId xmlns:a16="http://schemas.microsoft.com/office/drawing/2014/main" id="{9D77EA2A-E28C-44E4-8D47-AA5D9E908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237C6DEF-E375-4F0E-B934-1ECA0F999E5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53" name="Text Box 2">
            <a:extLst>
              <a:ext uri="{FF2B5EF4-FFF2-40B4-BE49-F238E27FC236}">
                <a16:creationId xmlns:a16="http://schemas.microsoft.com/office/drawing/2014/main" id="{E0339614-818A-4CA4-88D6-17A2FB48F7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96189" y="142875"/>
            <a:ext cx="29860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/>
              <a:t>Olarak yazalım</a:t>
            </a:r>
            <a:endParaRPr lang="en-US" altLang="tr-TR"/>
          </a:p>
        </p:txBody>
      </p:sp>
      <p:graphicFrame>
        <p:nvGraphicFramePr>
          <p:cNvPr id="10242" name="Object 3">
            <a:extLst>
              <a:ext uri="{FF2B5EF4-FFF2-40B4-BE49-F238E27FC236}">
                <a16:creationId xmlns:a16="http://schemas.microsoft.com/office/drawing/2014/main" id="{32A30DB2-8F9B-4C3B-9213-80A2D4D19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21050" y="1"/>
          <a:ext cx="3517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2" name="Equation" r:id="rId3" imgW="3517560" imgH="723600" progId="Equation.3">
                  <p:embed/>
                </p:oleObj>
              </mc:Choice>
              <mc:Fallback>
                <p:oleObj name="Equation" r:id="rId3" imgW="3517560" imgH="723600" progId="Equation.3">
                  <p:embed/>
                  <p:pic>
                    <p:nvPicPr>
                      <p:cNvPr id="10242" name="Object 3">
                        <a:extLst>
                          <a:ext uri="{FF2B5EF4-FFF2-40B4-BE49-F238E27FC236}">
                            <a16:creationId xmlns:a16="http://schemas.microsoft.com/office/drawing/2014/main" id="{32A30DB2-8F9B-4C3B-9213-80A2D4D19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21050" y="1"/>
                        <a:ext cx="35179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4" name="Text Box 5">
            <a:extLst>
              <a:ext uri="{FF2B5EF4-FFF2-40B4-BE49-F238E27FC236}">
                <a16:creationId xmlns:a16="http://schemas.microsoft.com/office/drawing/2014/main" id="{05588745-A0A8-4B55-A3BB-6B2FFCDFB8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1447800"/>
            <a:ext cx="3243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Pumping Lemma</a:t>
            </a:r>
            <a:r>
              <a:rPr lang="en-US" altLang="tr-TR"/>
              <a:t> </a:t>
            </a:r>
          </a:p>
        </p:txBody>
      </p:sp>
      <p:graphicFrame>
        <p:nvGraphicFramePr>
          <p:cNvPr id="10243" name="Object 7">
            <a:extLst>
              <a:ext uri="{FF2B5EF4-FFF2-40B4-BE49-F238E27FC236}">
                <a16:creationId xmlns:a16="http://schemas.microsoft.com/office/drawing/2014/main" id="{467C4711-E743-4CA8-A7E0-9EB4CA655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352800" y="4038600"/>
          <a:ext cx="6273800" cy="528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3" name="Equation" r:id="rId5" imgW="6273720" imgH="533160" progId="Equation.3">
                  <p:embed/>
                </p:oleObj>
              </mc:Choice>
              <mc:Fallback>
                <p:oleObj name="Equation" r:id="rId5" imgW="6273720" imgH="533160" progId="Equation.3">
                  <p:embed/>
                  <p:pic>
                    <p:nvPicPr>
                      <p:cNvPr id="10243" name="Object 7">
                        <a:extLst>
                          <a:ext uri="{FF2B5EF4-FFF2-40B4-BE49-F238E27FC236}">
                            <a16:creationId xmlns:a16="http://schemas.microsoft.com/office/drawing/2014/main" id="{467C4711-E743-4CA8-A7E0-9EB4CA655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4038600"/>
                        <a:ext cx="6273800" cy="528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55" name="Text Box 8">
            <a:extLst>
              <a:ext uri="{FF2B5EF4-FFF2-40B4-BE49-F238E27FC236}">
                <a16:creationId xmlns:a16="http://schemas.microsoft.com/office/drawing/2014/main" id="{1D976B03-77A2-4C15-82F1-B6717DB8EC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2325" y="6045200"/>
            <a:ext cx="1841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0256" name="AutoShape 9">
            <a:extLst>
              <a:ext uri="{FF2B5EF4-FFF2-40B4-BE49-F238E27FC236}">
                <a16:creationId xmlns:a16="http://schemas.microsoft.com/office/drawing/2014/main" id="{891F576C-EC6F-4595-9415-1DF1AE5C20E3}"/>
              </a:ext>
            </a:extLst>
          </p:cNvPr>
          <p:cNvSpPr>
            <a:spLocks/>
          </p:cNvSpPr>
          <p:nvPr/>
        </p:nvSpPr>
        <p:spPr bwMode="auto">
          <a:xfrm rot="5353442">
            <a:off x="4800600" y="4491246"/>
            <a:ext cx="457200" cy="618708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0257" name="AutoShape 10">
            <a:extLst>
              <a:ext uri="{FF2B5EF4-FFF2-40B4-BE49-F238E27FC236}">
                <a16:creationId xmlns:a16="http://schemas.microsoft.com/office/drawing/2014/main" id="{83D0CAAF-444F-4885-95EF-BF1C5BDB82AF}"/>
              </a:ext>
            </a:extLst>
          </p:cNvPr>
          <p:cNvSpPr>
            <a:spLocks/>
          </p:cNvSpPr>
          <p:nvPr/>
        </p:nvSpPr>
        <p:spPr bwMode="auto">
          <a:xfrm rot="5353442">
            <a:off x="5650707" y="4491245"/>
            <a:ext cx="457200" cy="618708"/>
          </a:xfrm>
          <a:prstGeom prst="rightBrace">
            <a:avLst>
              <a:gd name="adj1" fmla="val 1432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0258" name="AutoShape 11">
            <a:extLst>
              <a:ext uri="{FF2B5EF4-FFF2-40B4-BE49-F238E27FC236}">
                <a16:creationId xmlns:a16="http://schemas.microsoft.com/office/drawing/2014/main" id="{DF676A84-4DAB-42CB-B7AD-E1799D98AE21}"/>
              </a:ext>
            </a:extLst>
          </p:cNvPr>
          <p:cNvSpPr>
            <a:spLocks/>
          </p:cNvSpPr>
          <p:nvPr/>
        </p:nvSpPr>
        <p:spPr bwMode="auto">
          <a:xfrm rot="5353442">
            <a:off x="7732713" y="4460141"/>
            <a:ext cx="457200" cy="680918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0259" name="AutoShape 12">
            <a:extLst>
              <a:ext uri="{FF2B5EF4-FFF2-40B4-BE49-F238E27FC236}">
                <a16:creationId xmlns:a16="http://schemas.microsoft.com/office/drawing/2014/main" id="{49C7012C-F8F7-452E-B81F-1696A10ACC8F}"/>
              </a:ext>
            </a:extLst>
          </p:cNvPr>
          <p:cNvSpPr>
            <a:spLocks/>
          </p:cNvSpPr>
          <p:nvPr/>
        </p:nvSpPr>
        <p:spPr bwMode="auto">
          <a:xfrm rot="16153442">
            <a:off x="5676107" y="3571140"/>
            <a:ext cx="457200" cy="680918"/>
          </a:xfrm>
          <a:prstGeom prst="rightBrace">
            <a:avLst>
              <a:gd name="adj1" fmla="val 4580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0260" name="AutoShape 13">
            <a:extLst>
              <a:ext uri="{FF2B5EF4-FFF2-40B4-BE49-F238E27FC236}">
                <a16:creationId xmlns:a16="http://schemas.microsoft.com/office/drawing/2014/main" id="{ABC3931C-E22F-4E59-88F3-8BE0F7CADDB7}"/>
              </a:ext>
            </a:extLst>
          </p:cNvPr>
          <p:cNvSpPr>
            <a:spLocks/>
          </p:cNvSpPr>
          <p:nvPr/>
        </p:nvSpPr>
        <p:spPr bwMode="auto">
          <a:xfrm rot="16153442">
            <a:off x="7428707" y="3537158"/>
            <a:ext cx="381000" cy="618708"/>
          </a:xfrm>
          <a:prstGeom prst="rightBrace">
            <a:avLst>
              <a:gd name="adj1" fmla="val 1663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10244" name="Object 14">
            <a:extLst>
              <a:ext uri="{FF2B5EF4-FFF2-40B4-BE49-F238E27FC236}">
                <a16:creationId xmlns:a16="http://schemas.microsoft.com/office/drawing/2014/main" id="{F865178C-2F35-4532-9BD1-6CCD948DCC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02201" y="5122863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4" name="Equation" r:id="rId7" imgW="291960" imgH="304560" progId="Equation.3">
                  <p:embed/>
                </p:oleObj>
              </mc:Choice>
              <mc:Fallback>
                <p:oleObj name="Equation" r:id="rId7" imgW="291960" imgH="304560" progId="Equation.3">
                  <p:embed/>
                  <p:pic>
                    <p:nvPicPr>
                      <p:cNvPr id="10244" name="Object 14">
                        <a:extLst>
                          <a:ext uri="{FF2B5EF4-FFF2-40B4-BE49-F238E27FC236}">
                            <a16:creationId xmlns:a16="http://schemas.microsoft.com/office/drawing/2014/main" id="{F865178C-2F35-4532-9BD1-6CCD948DCC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02201" y="5122863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5" name="Object 15">
            <a:extLst>
              <a:ext uri="{FF2B5EF4-FFF2-40B4-BE49-F238E27FC236}">
                <a16:creationId xmlns:a16="http://schemas.microsoft.com/office/drawing/2014/main" id="{989D4924-0178-4ED0-AE3E-4AB7016B8EB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1" y="5105400"/>
          <a:ext cx="3159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5" name="Equation" r:id="rId9" imgW="317160" imgH="406080" progId="Equation.3">
                  <p:embed/>
                </p:oleObj>
              </mc:Choice>
              <mc:Fallback>
                <p:oleObj name="Equation" r:id="rId9" imgW="317160" imgH="406080" progId="Equation.3">
                  <p:embed/>
                  <p:pic>
                    <p:nvPicPr>
                      <p:cNvPr id="10245" name="Object 15">
                        <a:extLst>
                          <a:ext uri="{FF2B5EF4-FFF2-40B4-BE49-F238E27FC236}">
                            <a16:creationId xmlns:a16="http://schemas.microsoft.com/office/drawing/2014/main" id="{989D4924-0178-4ED0-AE3E-4AB7016B8E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1" y="5105400"/>
                        <a:ext cx="3159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6" name="Object 16">
            <a:extLst>
              <a:ext uri="{FF2B5EF4-FFF2-40B4-BE49-F238E27FC236}">
                <a16:creationId xmlns:a16="http://schemas.microsoft.com/office/drawing/2014/main" id="{594D0302-7932-445E-8B8A-79E6611CC3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7651" y="5186363"/>
          <a:ext cx="265113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6" name="Equation" r:id="rId11" imgW="266400" imgH="279360" progId="Equation.3">
                  <p:embed/>
                </p:oleObj>
              </mc:Choice>
              <mc:Fallback>
                <p:oleObj name="Equation" r:id="rId11" imgW="266400" imgH="279360" progId="Equation.3">
                  <p:embed/>
                  <p:pic>
                    <p:nvPicPr>
                      <p:cNvPr id="10246" name="Object 16">
                        <a:extLst>
                          <a:ext uri="{FF2B5EF4-FFF2-40B4-BE49-F238E27FC236}">
                            <a16:creationId xmlns:a16="http://schemas.microsoft.com/office/drawing/2014/main" id="{594D0302-7932-445E-8B8A-79E6611CC3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1" y="5186363"/>
                        <a:ext cx="265113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7" name="Object 17">
            <a:extLst>
              <a:ext uri="{FF2B5EF4-FFF2-40B4-BE49-F238E27FC236}">
                <a16:creationId xmlns:a16="http://schemas.microsoft.com/office/drawing/2014/main" id="{C4F83464-F3ED-4A11-82A5-F8B74E8E40A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27700" y="3281363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7" name="Equation" r:id="rId13" imgW="393480" imgH="304560" progId="Equation.3">
                  <p:embed/>
                </p:oleObj>
              </mc:Choice>
              <mc:Fallback>
                <p:oleObj name="Equation" r:id="rId13" imgW="393480" imgH="304560" progId="Equation.3">
                  <p:embed/>
                  <p:pic>
                    <p:nvPicPr>
                      <p:cNvPr id="10247" name="Object 17">
                        <a:extLst>
                          <a:ext uri="{FF2B5EF4-FFF2-40B4-BE49-F238E27FC236}">
                            <a16:creationId xmlns:a16="http://schemas.microsoft.com/office/drawing/2014/main" id="{C4F83464-F3ED-4A11-82A5-F8B74E8E40A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7700" y="3281363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18">
            <a:extLst>
              <a:ext uri="{FF2B5EF4-FFF2-40B4-BE49-F238E27FC236}">
                <a16:creationId xmlns:a16="http://schemas.microsoft.com/office/drawing/2014/main" id="{84DF11A0-5930-424C-92C1-410EEAFFBC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7600" y="3276600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8" name="Equation" r:id="rId15" imgW="393480" imgH="304560" progId="Equation.3">
                  <p:embed/>
                </p:oleObj>
              </mc:Choice>
              <mc:Fallback>
                <p:oleObj name="Equation" r:id="rId15" imgW="393480" imgH="304560" progId="Equation.3">
                  <p:embed/>
                  <p:pic>
                    <p:nvPicPr>
                      <p:cNvPr id="10248" name="Object 18">
                        <a:extLst>
                          <a:ext uri="{FF2B5EF4-FFF2-40B4-BE49-F238E27FC236}">
                            <a16:creationId xmlns:a16="http://schemas.microsoft.com/office/drawing/2014/main" id="{84DF11A0-5930-424C-92C1-410EEAFFBCB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7600" y="3276600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61" name="AutoShape 19">
            <a:extLst>
              <a:ext uri="{FF2B5EF4-FFF2-40B4-BE49-F238E27FC236}">
                <a16:creationId xmlns:a16="http://schemas.microsoft.com/office/drawing/2014/main" id="{34B8E0D3-1C62-4FB7-B94B-EF2E4CFF0832}"/>
              </a:ext>
            </a:extLst>
          </p:cNvPr>
          <p:cNvSpPr>
            <a:spLocks/>
          </p:cNvSpPr>
          <p:nvPr/>
        </p:nvSpPr>
        <p:spPr bwMode="auto">
          <a:xfrm rot="16153442">
            <a:off x="8648700" y="3518952"/>
            <a:ext cx="381000" cy="658297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10249" name="Object 20">
            <a:extLst>
              <a:ext uri="{FF2B5EF4-FFF2-40B4-BE49-F238E27FC236}">
                <a16:creationId xmlns:a16="http://schemas.microsoft.com/office/drawing/2014/main" id="{A4074444-E7D5-448C-89C9-966EF34C9E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53450" y="321945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9" name="Equation" r:id="rId16" imgW="660240" imgH="419040" progId="Equation.3">
                  <p:embed/>
                </p:oleObj>
              </mc:Choice>
              <mc:Fallback>
                <p:oleObj name="Equation" r:id="rId16" imgW="660240" imgH="419040" progId="Equation.3">
                  <p:embed/>
                  <p:pic>
                    <p:nvPicPr>
                      <p:cNvPr id="10249" name="Object 20">
                        <a:extLst>
                          <a:ext uri="{FF2B5EF4-FFF2-40B4-BE49-F238E27FC236}">
                            <a16:creationId xmlns:a16="http://schemas.microsoft.com/office/drawing/2014/main" id="{A4074444-E7D5-448C-89C9-966EF34C9EE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3450" y="321945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0" name="Object 23">
            <a:extLst>
              <a:ext uri="{FF2B5EF4-FFF2-40B4-BE49-F238E27FC236}">
                <a16:creationId xmlns:a16="http://schemas.microsoft.com/office/drawing/2014/main" id="{593BD79B-98DE-44AF-812B-F8E974C0A9C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67313" y="1500188"/>
          <a:ext cx="3543300" cy="544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0" name="Equation" r:id="rId18" imgW="3543120" imgH="545760" progId="Equation.3">
                  <p:embed/>
                </p:oleObj>
              </mc:Choice>
              <mc:Fallback>
                <p:oleObj name="Equation" r:id="rId18" imgW="3543120" imgH="545760" progId="Equation.3">
                  <p:embed/>
                  <p:pic>
                    <p:nvPicPr>
                      <p:cNvPr id="10250" name="Object 23">
                        <a:extLst>
                          <a:ext uri="{FF2B5EF4-FFF2-40B4-BE49-F238E27FC236}">
                            <a16:creationId xmlns:a16="http://schemas.microsoft.com/office/drawing/2014/main" id="{593BD79B-98DE-44AF-812B-F8E974C0A9C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67313" y="1500188"/>
                        <a:ext cx="3543300" cy="544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51" name="Object 24">
            <a:extLst>
              <a:ext uri="{FF2B5EF4-FFF2-40B4-BE49-F238E27FC236}">
                <a16:creationId xmlns:a16="http://schemas.microsoft.com/office/drawing/2014/main" id="{B4ED00C6-9C35-4F4B-BF1D-902B7C71F6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00400" y="5943600"/>
          <a:ext cx="278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1" name="Equation" r:id="rId20" imgW="2781000" imgH="723600" progId="Equation.3">
                  <p:embed/>
                </p:oleObj>
              </mc:Choice>
              <mc:Fallback>
                <p:oleObj name="Equation" r:id="rId20" imgW="2781000" imgH="723600" progId="Equation.3">
                  <p:embed/>
                  <p:pic>
                    <p:nvPicPr>
                      <p:cNvPr id="10251" name="Object 24">
                        <a:extLst>
                          <a:ext uri="{FF2B5EF4-FFF2-40B4-BE49-F238E27FC236}">
                            <a16:creationId xmlns:a16="http://schemas.microsoft.com/office/drawing/2014/main" id="{B4ED00C6-9C35-4F4B-BF1D-902B7C71F62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5943600"/>
                        <a:ext cx="278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1" name="3 Slayt Numarası Yer Tutucusu">
            <a:extLst>
              <a:ext uri="{FF2B5EF4-FFF2-40B4-BE49-F238E27FC236}">
                <a16:creationId xmlns:a16="http://schemas.microsoft.com/office/drawing/2014/main" id="{A66E19EC-F144-4C82-8431-B39E4229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97F61313-CA2C-445E-AAE1-9573E6E6110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1272" name="Text Box 2">
            <a:extLst>
              <a:ext uri="{FF2B5EF4-FFF2-40B4-BE49-F238E27FC236}">
                <a16:creationId xmlns:a16="http://schemas.microsoft.com/office/drawing/2014/main" id="{51B097C1-1D89-40A4-9035-6100CE5713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1" y="2616200"/>
            <a:ext cx="3243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Pumping Lemma:</a:t>
            </a:r>
          </a:p>
        </p:txBody>
      </p:sp>
      <p:graphicFrame>
        <p:nvGraphicFramePr>
          <p:cNvPr id="11266" name="Object 3">
            <a:extLst>
              <a:ext uri="{FF2B5EF4-FFF2-40B4-BE49-F238E27FC236}">
                <a16:creationId xmlns:a16="http://schemas.microsoft.com/office/drawing/2014/main" id="{3058EC29-E701-46FC-A168-B7F5A15001A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95563" y="3429001"/>
          <a:ext cx="24130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1" name="Equation" r:id="rId3" imgW="2412720" imgH="723600" progId="Equation.3">
                  <p:embed/>
                </p:oleObj>
              </mc:Choice>
              <mc:Fallback>
                <p:oleObj name="Equation" r:id="rId3" imgW="2412720" imgH="723600" progId="Equation.3">
                  <p:embed/>
                  <p:pic>
                    <p:nvPicPr>
                      <p:cNvPr id="11266" name="Object 3">
                        <a:extLst>
                          <a:ext uri="{FF2B5EF4-FFF2-40B4-BE49-F238E27FC236}">
                            <a16:creationId xmlns:a16="http://schemas.microsoft.com/office/drawing/2014/main" id="{3058EC29-E701-46FC-A168-B7F5A15001A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95563" y="3429001"/>
                        <a:ext cx="24130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4">
            <a:extLst>
              <a:ext uri="{FF2B5EF4-FFF2-40B4-BE49-F238E27FC236}">
                <a16:creationId xmlns:a16="http://schemas.microsoft.com/office/drawing/2014/main" id="{9185A402-83B8-475D-8D7E-CAB1F9BB31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95938" y="3571876"/>
          <a:ext cx="2324100" cy="531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2" name="Equation" r:id="rId5" imgW="2323800" imgH="533160" progId="Equation.3">
                  <p:embed/>
                </p:oleObj>
              </mc:Choice>
              <mc:Fallback>
                <p:oleObj name="Equation" r:id="rId5" imgW="2323800" imgH="533160" progId="Equation.3">
                  <p:embed/>
                  <p:pic>
                    <p:nvPicPr>
                      <p:cNvPr id="11267" name="Object 4">
                        <a:extLst>
                          <a:ext uri="{FF2B5EF4-FFF2-40B4-BE49-F238E27FC236}">
                            <a16:creationId xmlns:a16="http://schemas.microsoft.com/office/drawing/2014/main" id="{9185A402-83B8-475D-8D7E-CAB1F9BB31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3571876"/>
                        <a:ext cx="2324100" cy="531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73" name="Text Box 5">
            <a:extLst>
              <a:ext uri="{FF2B5EF4-FFF2-40B4-BE49-F238E27FC236}">
                <a16:creationId xmlns:a16="http://schemas.microsoft.com/office/drawing/2014/main" id="{AB591490-49D4-4EB5-B71E-C488C1B37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1" y="5334000"/>
            <a:ext cx="614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 b="1"/>
              <a:t>ve</a:t>
            </a:r>
            <a:endParaRPr lang="en-US" altLang="tr-TR" b="1"/>
          </a:p>
        </p:txBody>
      </p:sp>
      <p:graphicFrame>
        <p:nvGraphicFramePr>
          <p:cNvPr id="11268" name="Object 6">
            <a:extLst>
              <a:ext uri="{FF2B5EF4-FFF2-40B4-BE49-F238E27FC236}">
                <a16:creationId xmlns:a16="http://schemas.microsoft.com/office/drawing/2014/main" id="{049C3123-B2B1-4C95-BB90-D5FCC73D677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"/>
          <a:ext cx="34671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name="Equation" r:id="rId7" imgW="3466800" imgH="723600" progId="Equation.3">
                  <p:embed/>
                </p:oleObj>
              </mc:Choice>
              <mc:Fallback>
                <p:oleObj name="Equation" r:id="rId7" imgW="3466800" imgH="723600" progId="Equation.3">
                  <p:embed/>
                  <p:pic>
                    <p:nvPicPr>
                      <p:cNvPr id="11268" name="Object 6">
                        <a:extLst>
                          <a:ext uri="{FF2B5EF4-FFF2-40B4-BE49-F238E27FC236}">
                            <a16:creationId xmlns:a16="http://schemas.microsoft.com/office/drawing/2014/main" id="{049C3123-B2B1-4C95-BB90-D5FCC73D677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"/>
                        <a:ext cx="34671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9" name="Object 8">
            <a:extLst>
              <a:ext uri="{FF2B5EF4-FFF2-40B4-BE49-F238E27FC236}">
                <a16:creationId xmlns:a16="http://schemas.microsoft.com/office/drawing/2014/main" id="{38D1E03D-F16C-4EF9-96C2-4E878FD63F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0" y="5181601"/>
          <a:ext cx="36957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4" name="Equation" r:id="rId9" imgW="3695400" imgH="723600" progId="Equation.3">
                  <p:embed/>
                </p:oleObj>
              </mc:Choice>
              <mc:Fallback>
                <p:oleObj name="Equation" r:id="rId9" imgW="3695400" imgH="723600" progId="Equation.3">
                  <p:embed/>
                  <p:pic>
                    <p:nvPicPr>
                      <p:cNvPr id="11269" name="Object 8">
                        <a:extLst>
                          <a:ext uri="{FF2B5EF4-FFF2-40B4-BE49-F238E27FC236}">
                            <a16:creationId xmlns:a16="http://schemas.microsoft.com/office/drawing/2014/main" id="{38D1E03D-F16C-4EF9-96C2-4E878FD63F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5181601"/>
                        <a:ext cx="36957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70" name="Object 10">
            <a:extLst>
              <a:ext uri="{FF2B5EF4-FFF2-40B4-BE49-F238E27FC236}">
                <a16:creationId xmlns:a16="http://schemas.microsoft.com/office/drawing/2014/main" id="{2ED0AB33-65ED-46E0-A64C-5B76EDE6520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0"/>
          <a:ext cx="278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5" name="Equation" r:id="rId11" imgW="2781000" imgH="723600" progId="Equation.3">
                  <p:embed/>
                </p:oleObj>
              </mc:Choice>
              <mc:Fallback>
                <p:oleObj name="Equation" r:id="rId11" imgW="2781000" imgH="723600" progId="Equation.3">
                  <p:embed/>
                  <p:pic>
                    <p:nvPicPr>
                      <p:cNvPr id="11270" name="Object 10">
                        <a:extLst>
                          <a:ext uri="{FF2B5EF4-FFF2-40B4-BE49-F238E27FC236}">
                            <a16:creationId xmlns:a16="http://schemas.microsoft.com/office/drawing/2014/main" id="{2ED0AB33-65ED-46E0-A64C-5B76EDE6520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0"/>
                        <a:ext cx="278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00" name="3 Slayt Numarası Yer Tutucusu">
            <a:extLst>
              <a:ext uri="{FF2B5EF4-FFF2-40B4-BE49-F238E27FC236}">
                <a16:creationId xmlns:a16="http://schemas.microsoft.com/office/drawing/2014/main" id="{889E6A8C-3FED-493E-B531-4C688E994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D7739190-6A60-4F42-86E9-DD369D0CA32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301" name="Text Box 5">
            <a:extLst>
              <a:ext uri="{FF2B5EF4-FFF2-40B4-BE49-F238E27FC236}">
                <a16:creationId xmlns:a16="http://schemas.microsoft.com/office/drawing/2014/main" id="{BF25BAC1-8E12-4B7F-A6D8-EFDAAF9E69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47800"/>
            <a:ext cx="336708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en-US" altLang="tr-TR">
                <a:solidFill>
                  <a:srgbClr val="FF3300"/>
                </a:solidFill>
              </a:rPr>
              <a:t>Pumping Lemma:</a:t>
            </a:r>
            <a:r>
              <a:rPr lang="en-US" altLang="tr-TR"/>
              <a:t> </a:t>
            </a:r>
          </a:p>
        </p:txBody>
      </p:sp>
      <p:graphicFrame>
        <p:nvGraphicFramePr>
          <p:cNvPr id="12290" name="Object 6">
            <a:extLst>
              <a:ext uri="{FF2B5EF4-FFF2-40B4-BE49-F238E27FC236}">
                <a16:creationId xmlns:a16="http://schemas.microsoft.com/office/drawing/2014/main" id="{2F04F105-39B2-4F88-BE6E-DC00C8D0A03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124200" y="3429001"/>
          <a:ext cx="626110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name="Equation" r:id="rId3" imgW="6260760" imgH="545760" progId="Equation.3">
                  <p:embed/>
                </p:oleObj>
              </mc:Choice>
              <mc:Fallback>
                <p:oleObj name="Equation" r:id="rId3" imgW="6260760" imgH="545760" progId="Equation.3">
                  <p:embed/>
                  <p:pic>
                    <p:nvPicPr>
                      <p:cNvPr id="12290" name="Object 6">
                        <a:extLst>
                          <a:ext uri="{FF2B5EF4-FFF2-40B4-BE49-F238E27FC236}">
                            <a16:creationId xmlns:a16="http://schemas.microsoft.com/office/drawing/2014/main" id="{2F04F105-39B2-4F88-BE6E-DC00C8D0A03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3429001"/>
                        <a:ext cx="626110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2" name="AutoShape 8">
            <a:extLst>
              <a:ext uri="{FF2B5EF4-FFF2-40B4-BE49-F238E27FC236}">
                <a16:creationId xmlns:a16="http://schemas.microsoft.com/office/drawing/2014/main" id="{E4F6A034-D73B-42D3-8B12-D89D86818CE2}"/>
              </a:ext>
            </a:extLst>
          </p:cNvPr>
          <p:cNvSpPr>
            <a:spLocks/>
          </p:cNvSpPr>
          <p:nvPr/>
        </p:nvSpPr>
        <p:spPr bwMode="auto">
          <a:xfrm rot="5353442">
            <a:off x="4343400" y="3938796"/>
            <a:ext cx="457200" cy="618708"/>
          </a:xfrm>
          <a:prstGeom prst="rightBrace">
            <a:avLst>
              <a:gd name="adj1" fmla="val 13889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2303" name="AutoShape 10">
            <a:extLst>
              <a:ext uri="{FF2B5EF4-FFF2-40B4-BE49-F238E27FC236}">
                <a16:creationId xmlns:a16="http://schemas.microsoft.com/office/drawing/2014/main" id="{372D2F25-B41E-4F5B-88D5-B34FC20A7E92}"/>
              </a:ext>
            </a:extLst>
          </p:cNvPr>
          <p:cNvSpPr>
            <a:spLocks/>
          </p:cNvSpPr>
          <p:nvPr/>
        </p:nvSpPr>
        <p:spPr bwMode="auto">
          <a:xfrm rot="5353442">
            <a:off x="6438900" y="3907691"/>
            <a:ext cx="457200" cy="680918"/>
          </a:xfrm>
          <a:prstGeom prst="rightBrace">
            <a:avLst>
              <a:gd name="adj1" fmla="val 5972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2304" name="AutoShape 11">
            <a:extLst>
              <a:ext uri="{FF2B5EF4-FFF2-40B4-BE49-F238E27FC236}">
                <a16:creationId xmlns:a16="http://schemas.microsoft.com/office/drawing/2014/main" id="{FA45258D-1E90-4D19-AACB-CBF7EF5602FA}"/>
              </a:ext>
            </a:extLst>
          </p:cNvPr>
          <p:cNvSpPr>
            <a:spLocks/>
          </p:cNvSpPr>
          <p:nvPr/>
        </p:nvSpPr>
        <p:spPr bwMode="auto">
          <a:xfrm rot="16153442">
            <a:off x="4762500" y="2846546"/>
            <a:ext cx="457200" cy="669608"/>
          </a:xfrm>
          <a:prstGeom prst="rightBrace">
            <a:avLst>
              <a:gd name="adj1" fmla="val 3194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sp>
        <p:nvSpPr>
          <p:cNvPr id="12305" name="AutoShape 12">
            <a:extLst>
              <a:ext uri="{FF2B5EF4-FFF2-40B4-BE49-F238E27FC236}">
                <a16:creationId xmlns:a16="http://schemas.microsoft.com/office/drawing/2014/main" id="{B0E010ED-A3F2-4522-BF34-56D4E1C6DBDE}"/>
              </a:ext>
            </a:extLst>
          </p:cNvPr>
          <p:cNvSpPr>
            <a:spLocks/>
          </p:cNvSpPr>
          <p:nvPr/>
        </p:nvSpPr>
        <p:spPr bwMode="auto">
          <a:xfrm rot="16153442">
            <a:off x="6133307" y="2908508"/>
            <a:ext cx="381000" cy="618708"/>
          </a:xfrm>
          <a:prstGeom prst="rightBrace">
            <a:avLst>
              <a:gd name="adj1" fmla="val 16632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12291" name="Object 13">
            <a:extLst>
              <a:ext uri="{FF2B5EF4-FFF2-40B4-BE49-F238E27FC236}">
                <a16:creationId xmlns:a16="http://schemas.microsoft.com/office/drawing/2014/main" id="{89D4DD81-D1B7-4269-BDC6-98E16D3B80C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19601" y="4552950"/>
          <a:ext cx="290513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1" name="Equation" r:id="rId5" imgW="291960" imgH="304560" progId="Equation.3">
                  <p:embed/>
                </p:oleObj>
              </mc:Choice>
              <mc:Fallback>
                <p:oleObj name="Equation" r:id="rId5" imgW="291960" imgH="304560" progId="Equation.3">
                  <p:embed/>
                  <p:pic>
                    <p:nvPicPr>
                      <p:cNvPr id="12291" name="Object 13">
                        <a:extLst>
                          <a:ext uri="{FF2B5EF4-FFF2-40B4-BE49-F238E27FC236}">
                            <a16:creationId xmlns:a16="http://schemas.microsoft.com/office/drawing/2014/main" id="{89D4DD81-D1B7-4269-BDC6-98E16D3B80C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1" y="4552950"/>
                        <a:ext cx="290513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2" name="Object 15">
            <a:extLst>
              <a:ext uri="{FF2B5EF4-FFF2-40B4-BE49-F238E27FC236}">
                <a16:creationId xmlns:a16="http://schemas.microsoft.com/office/drawing/2014/main" id="{F076303B-3669-4015-BAE0-673990951B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73838" y="4633913"/>
          <a:ext cx="265112" cy="277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2" name="Equation" r:id="rId7" imgW="266400" imgH="279360" progId="Equation.3">
                  <p:embed/>
                </p:oleObj>
              </mc:Choice>
              <mc:Fallback>
                <p:oleObj name="Equation" r:id="rId7" imgW="266400" imgH="279360" progId="Equation.3">
                  <p:embed/>
                  <p:pic>
                    <p:nvPicPr>
                      <p:cNvPr id="12292" name="Object 15">
                        <a:extLst>
                          <a:ext uri="{FF2B5EF4-FFF2-40B4-BE49-F238E27FC236}">
                            <a16:creationId xmlns:a16="http://schemas.microsoft.com/office/drawing/2014/main" id="{F076303B-3669-4015-BAE0-673990951BE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73838" y="4633913"/>
                        <a:ext cx="265112" cy="277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3" name="Object 16">
            <a:extLst>
              <a:ext uri="{FF2B5EF4-FFF2-40B4-BE49-F238E27FC236}">
                <a16:creationId xmlns:a16="http://schemas.microsoft.com/office/drawing/2014/main" id="{AA9D1BF3-0097-48C7-9C6F-E8DA6B9F92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343400" y="2495550"/>
          <a:ext cx="1117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3" name="Equation" r:id="rId9" imgW="1117440" imgH="431640" progId="Equation.3">
                  <p:embed/>
                </p:oleObj>
              </mc:Choice>
              <mc:Fallback>
                <p:oleObj name="Equation" r:id="rId9" imgW="1117440" imgH="431640" progId="Equation.3">
                  <p:embed/>
                  <p:pic>
                    <p:nvPicPr>
                      <p:cNvPr id="12293" name="Object 16">
                        <a:extLst>
                          <a:ext uri="{FF2B5EF4-FFF2-40B4-BE49-F238E27FC236}">
                            <a16:creationId xmlns:a16="http://schemas.microsoft.com/office/drawing/2014/main" id="{AA9D1BF3-0097-48C7-9C6F-E8DA6B9F92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43400" y="2495550"/>
                        <a:ext cx="1117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4" name="Object 17">
            <a:extLst>
              <a:ext uri="{FF2B5EF4-FFF2-40B4-BE49-F238E27FC236}">
                <a16:creationId xmlns:a16="http://schemas.microsoft.com/office/drawing/2014/main" id="{7329925C-7953-4A6A-A3BB-BA063C7589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72200" y="2647950"/>
          <a:ext cx="3937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4" name="Equation" r:id="rId11" imgW="393480" imgH="304560" progId="Equation.3">
                  <p:embed/>
                </p:oleObj>
              </mc:Choice>
              <mc:Fallback>
                <p:oleObj name="Equation" r:id="rId11" imgW="393480" imgH="304560" progId="Equation.3">
                  <p:embed/>
                  <p:pic>
                    <p:nvPicPr>
                      <p:cNvPr id="12294" name="Object 17">
                        <a:extLst>
                          <a:ext uri="{FF2B5EF4-FFF2-40B4-BE49-F238E27FC236}">
                            <a16:creationId xmlns:a16="http://schemas.microsoft.com/office/drawing/2014/main" id="{7329925C-7953-4A6A-A3BB-BA063C75890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72200" y="2647950"/>
                        <a:ext cx="3937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6" name="AutoShape 18">
            <a:extLst>
              <a:ext uri="{FF2B5EF4-FFF2-40B4-BE49-F238E27FC236}">
                <a16:creationId xmlns:a16="http://schemas.microsoft.com/office/drawing/2014/main" id="{A649517D-5701-4FFA-B05B-5D74B7FF20DC}"/>
              </a:ext>
            </a:extLst>
          </p:cNvPr>
          <p:cNvSpPr>
            <a:spLocks/>
          </p:cNvSpPr>
          <p:nvPr/>
        </p:nvSpPr>
        <p:spPr bwMode="auto">
          <a:xfrm rot="16153442">
            <a:off x="7353300" y="2890302"/>
            <a:ext cx="381000" cy="658297"/>
          </a:xfrm>
          <a:prstGeom prst="rightBrace">
            <a:avLst>
              <a:gd name="adj1" fmla="val 33333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 type="none" w="lg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endParaRPr lang="tr-TR" altLang="tr-TR"/>
          </a:p>
        </p:txBody>
      </p:sp>
      <p:graphicFrame>
        <p:nvGraphicFramePr>
          <p:cNvPr id="12295" name="Object 19">
            <a:extLst>
              <a:ext uri="{FF2B5EF4-FFF2-40B4-BE49-F238E27FC236}">
                <a16:creationId xmlns:a16="http://schemas.microsoft.com/office/drawing/2014/main" id="{E5F85B79-2B1E-43A8-B909-08E7956D06E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58050" y="2590800"/>
          <a:ext cx="660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5" name="Equation" r:id="rId13" imgW="660240" imgH="419040" progId="Equation.3">
                  <p:embed/>
                </p:oleObj>
              </mc:Choice>
              <mc:Fallback>
                <p:oleObj name="Equation" r:id="rId13" imgW="660240" imgH="419040" progId="Equation.3">
                  <p:embed/>
                  <p:pic>
                    <p:nvPicPr>
                      <p:cNvPr id="12295" name="Object 19">
                        <a:extLst>
                          <a:ext uri="{FF2B5EF4-FFF2-40B4-BE49-F238E27FC236}">
                            <a16:creationId xmlns:a16="http://schemas.microsoft.com/office/drawing/2014/main" id="{E5F85B79-2B1E-43A8-B909-08E7956D06E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58050" y="2590800"/>
                        <a:ext cx="660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6" name="Object 23">
            <a:extLst>
              <a:ext uri="{FF2B5EF4-FFF2-40B4-BE49-F238E27FC236}">
                <a16:creationId xmlns:a16="http://schemas.microsoft.com/office/drawing/2014/main" id="{7E5FDC49-C278-4528-A10E-3C0204BECA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28800" y="1"/>
          <a:ext cx="34671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6" name="Equation" r:id="rId15" imgW="3466800" imgH="723600" progId="Equation.3">
                  <p:embed/>
                </p:oleObj>
              </mc:Choice>
              <mc:Fallback>
                <p:oleObj name="Equation" r:id="rId15" imgW="3466800" imgH="723600" progId="Equation.3">
                  <p:embed/>
                  <p:pic>
                    <p:nvPicPr>
                      <p:cNvPr id="12296" name="Object 23">
                        <a:extLst>
                          <a:ext uri="{FF2B5EF4-FFF2-40B4-BE49-F238E27FC236}">
                            <a16:creationId xmlns:a16="http://schemas.microsoft.com/office/drawing/2014/main" id="{7E5FDC49-C278-4528-A10E-3C0204BECAA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1"/>
                        <a:ext cx="34671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7" name="Object 24">
            <a:extLst>
              <a:ext uri="{FF2B5EF4-FFF2-40B4-BE49-F238E27FC236}">
                <a16:creationId xmlns:a16="http://schemas.microsoft.com/office/drawing/2014/main" id="{67D01E54-3B2E-471D-98A3-4A8B687F956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77000" y="0"/>
          <a:ext cx="27813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7" name="Equation" r:id="rId17" imgW="2781000" imgH="723600" progId="Equation.3">
                  <p:embed/>
                </p:oleObj>
              </mc:Choice>
              <mc:Fallback>
                <p:oleObj name="Equation" r:id="rId17" imgW="2781000" imgH="723600" progId="Equation.3">
                  <p:embed/>
                  <p:pic>
                    <p:nvPicPr>
                      <p:cNvPr id="12297" name="Object 24">
                        <a:extLst>
                          <a:ext uri="{FF2B5EF4-FFF2-40B4-BE49-F238E27FC236}">
                            <a16:creationId xmlns:a16="http://schemas.microsoft.com/office/drawing/2014/main" id="{67D01E54-3B2E-471D-98A3-4A8B687F956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0"/>
                        <a:ext cx="27813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298" name="Object 25">
            <a:extLst>
              <a:ext uri="{FF2B5EF4-FFF2-40B4-BE49-F238E27FC236}">
                <a16:creationId xmlns:a16="http://schemas.microsoft.com/office/drawing/2014/main" id="{0A91499B-3981-48FF-86A7-EE24F26DDB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86600" y="1524000"/>
          <a:ext cx="15748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8" name="Equation" r:id="rId19" imgW="1574640" imgH="520560" progId="Equation.3">
                  <p:embed/>
                </p:oleObj>
              </mc:Choice>
              <mc:Fallback>
                <p:oleObj name="Equation" r:id="rId19" imgW="1574640" imgH="520560" progId="Equation.3">
                  <p:embed/>
                  <p:pic>
                    <p:nvPicPr>
                      <p:cNvPr id="12298" name="Object 25">
                        <a:extLst>
                          <a:ext uri="{FF2B5EF4-FFF2-40B4-BE49-F238E27FC236}">
                            <a16:creationId xmlns:a16="http://schemas.microsoft.com/office/drawing/2014/main" id="{0A91499B-3981-48FF-86A7-EE24F26DDB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86600" y="1524000"/>
                        <a:ext cx="15748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307" name="Text Box 26">
            <a:extLst>
              <a:ext uri="{FF2B5EF4-FFF2-40B4-BE49-F238E27FC236}">
                <a16:creationId xmlns:a16="http://schemas.microsoft.com/office/drawing/2014/main" id="{0C9503F3-7BD7-4BAC-B8D9-554AE01D31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4201" y="5848350"/>
            <a:ext cx="6143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 type="none" w="lg" len="lg"/>
              </a14:hiddenLine>
            </a:ext>
          </a:extLst>
        </p:spPr>
        <p:txBody>
          <a:bodyPr wrap="none"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r>
              <a:rPr lang="tr-TR" altLang="tr-TR" b="1"/>
              <a:t>ve</a:t>
            </a:r>
            <a:endParaRPr lang="en-US" altLang="tr-TR" b="1"/>
          </a:p>
        </p:txBody>
      </p:sp>
      <p:graphicFrame>
        <p:nvGraphicFramePr>
          <p:cNvPr id="12299" name="Object 27">
            <a:extLst>
              <a:ext uri="{FF2B5EF4-FFF2-40B4-BE49-F238E27FC236}">
                <a16:creationId xmlns:a16="http://schemas.microsoft.com/office/drawing/2014/main" id="{1901804F-12AE-4EC3-BA51-1FA0A720AF8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876800" y="5695951"/>
          <a:ext cx="3517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9" name="Equation" r:id="rId21" imgW="3517560" imgH="723600" progId="Equation.3">
                  <p:embed/>
                </p:oleObj>
              </mc:Choice>
              <mc:Fallback>
                <p:oleObj name="Equation" r:id="rId21" imgW="3517560" imgH="723600" progId="Equation.3">
                  <p:embed/>
                  <p:pic>
                    <p:nvPicPr>
                      <p:cNvPr id="12299" name="Object 27">
                        <a:extLst>
                          <a:ext uri="{FF2B5EF4-FFF2-40B4-BE49-F238E27FC236}">
                            <a16:creationId xmlns:a16="http://schemas.microsoft.com/office/drawing/2014/main" id="{1901804F-12AE-4EC3-BA51-1FA0A720AF8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76800" y="5695951"/>
                        <a:ext cx="35179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8" name="3 Slayt Numarası Yer Tutucusu">
            <a:extLst>
              <a:ext uri="{FF2B5EF4-FFF2-40B4-BE49-F238E27FC236}">
                <a16:creationId xmlns:a16="http://schemas.microsoft.com/office/drawing/2014/main" id="{986B0E55-4BD2-4801-B35F-2E1687133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D1DB1A4-6965-4E5C-9081-9226C3667F8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3314" name="Object 2">
            <a:extLst>
              <a:ext uri="{FF2B5EF4-FFF2-40B4-BE49-F238E27FC236}">
                <a16:creationId xmlns:a16="http://schemas.microsoft.com/office/drawing/2014/main" id="{5E199232-11E2-48C6-B98B-6EC537D77E1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1000" y="1"/>
          <a:ext cx="3517900" cy="722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6" name="Equation" r:id="rId3" imgW="3517560" imgH="723600" progId="Equation.3">
                  <p:embed/>
                </p:oleObj>
              </mc:Choice>
              <mc:Fallback>
                <p:oleObj name="Equation" r:id="rId3" imgW="3517560" imgH="723600" progId="Equation.3">
                  <p:embed/>
                  <p:pic>
                    <p:nvPicPr>
                      <p:cNvPr id="13314" name="Object 2">
                        <a:extLst>
                          <a:ext uri="{FF2B5EF4-FFF2-40B4-BE49-F238E27FC236}">
                            <a16:creationId xmlns:a16="http://schemas.microsoft.com/office/drawing/2014/main" id="{5E199232-11E2-48C6-B98B-6EC537D77E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1"/>
                        <a:ext cx="3517900" cy="722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5" name="Object 4">
            <a:extLst>
              <a:ext uri="{FF2B5EF4-FFF2-40B4-BE49-F238E27FC236}">
                <a16:creationId xmlns:a16="http://schemas.microsoft.com/office/drawing/2014/main" id="{7117005D-EEE5-4834-B8C3-FAC3D14DABD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08450" y="4130676"/>
          <a:ext cx="3517900" cy="720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7" name="Equation" r:id="rId5" imgW="3517560" imgH="723600" progId="Equation.3">
                  <p:embed/>
                </p:oleObj>
              </mc:Choice>
              <mc:Fallback>
                <p:oleObj name="Equation" r:id="rId5" imgW="3517560" imgH="723600" progId="Equation.3">
                  <p:embed/>
                  <p:pic>
                    <p:nvPicPr>
                      <p:cNvPr id="13315" name="Object 4">
                        <a:extLst>
                          <a:ext uri="{FF2B5EF4-FFF2-40B4-BE49-F238E27FC236}">
                            <a16:creationId xmlns:a16="http://schemas.microsoft.com/office/drawing/2014/main" id="{7117005D-EEE5-4834-B8C3-FAC3D14DABD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08450" y="4130676"/>
                        <a:ext cx="3517900" cy="720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AutoShape 6">
            <a:extLst>
              <a:ext uri="{FF2B5EF4-FFF2-40B4-BE49-F238E27FC236}">
                <a16:creationId xmlns:a16="http://schemas.microsoft.com/office/drawing/2014/main" id="{4122902D-47A8-4900-8D90-B2B9D60616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1" y="3234016"/>
            <a:ext cx="485775" cy="455057"/>
          </a:xfrm>
          <a:prstGeom prst="downArrow">
            <a:avLst>
              <a:gd name="adj1" fmla="val 50000"/>
              <a:gd name="adj2" fmla="val 38480"/>
            </a:avLst>
          </a:prstGeom>
          <a:ln>
            <a:headEnd/>
            <a:tailEnd type="none" w="lg" len="lg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>
            <a:spAutoFit/>
          </a:bodyPr>
          <a:lstStyle/>
          <a:p>
            <a:pPr>
              <a:defRPr/>
            </a:pPr>
            <a:endParaRPr lang="tr-TR" dirty="0">
              <a:solidFill>
                <a:srgbClr val="0066FF"/>
              </a:solidFill>
            </a:endParaRPr>
          </a:p>
        </p:txBody>
      </p:sp>
      <p:graphicFrame>
        <p:nvGraphicFramePr>
          <p:cNvPr id="13316" name="Object 9">
            <a:extLst>
              <a:ext uri="{FF2B5EF4-FFF2-40B4-BE49-F238E27FC236}">
                <a16:creationId xmlns:a16="http://schemas.microsoft.com/office/drawing/2014/main" id="{13184D25-9667-4575-8436-FC5A8FEB564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81438" y="2214563"/>
          <a:ext cx="4737100" cy="723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8" name="Equation" r:id="rId7" imgW="4736880" imgH="723600" progId="Equation.3">
                  <p:embed/>
                </p:oleObj>
              </mc:Choice>
              <mc:Fallback>
                <p:oleObj name="Equation" r:id="rId7" imgW="4736880" imgH="723600" progId="Equation.3">
                  <p:embed/>
                  <p:pic>
                    <p:nvPicPr>
                      <p:cNvPr id="13316" name="Object 9">
                        <a:extLst>
                          <a:ext uri="{FF2B5EF4-FFF2-40B4-BE49-F238E27FC236}">
                            <a16:creationId xmlns:a16="http://schemas.microsoft.com/office/drawing/2014/main" id="{13184D25-9667-4575-8436-FC5A8FEB564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38" y="2214563"/>
                        <a:ext cx="4737100" cy="723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7" name="Object 11">
            <a:extLst>
              <a:ext uri="{FF2B5EF4-FFF2-40B4-BE49-F238E27FC236}">
                <a16:creationId xmlns:a16="http://schemas.microsoft.com/office/drawing/2014/main" id="{F0BFBC18-7263-4E3B-9F42-A891ACA714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448800" y="152400"/>
          <a:ext cx="952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Equation" r:id="rId9" imgW="952200" imgH="431640" progId="Equation.3">
                  <p:embed/>
                </p:oleObj>
              </mc:Choice>
              <mc:Fallback>
                <p:oleObj name="Equation" r:id="rId9" imgW="952200" imgH="431640" progId="Equation.3">
                  <p:embed/>
                  <p:pic>
                    <p:nvPicPr>
                      <p:cNvPr id="13317" name="Object 11">
                        <a:extLst>
                          <a:ext uri="{FF2B5EF4-FFF2-40B4-BE49-F238E27FC236}">
                            <a16:creationId xmlns:a16="http://schemas.microsoft.com/office/drawing/2014/main" id="{F0BFBC18-7263-4E3B-9F42-A891ACA714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8800" y="152400"/>
                        <a:ext cx="952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1 Slayt Numarası Yer Tutucusu">
            <a:extLst>
              <a:ext uri="{FF2B5EF4-FFF2-40B4-BE49-F238E27FC236}">
                <a16:creationId xmlns:a16="http://schemas.microsoft.com/office/drawing/2014/main" id="{BCABFA7F-5597-4456-A1BB-80A7C68A3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fld id="{BA819FF8-D49E-475F-BFD9-6E8D816EB09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/>
              <a:t>17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1" name="2 Dikdörtgen">
            <a:extLst>
              <a:ext uri="{FF2B5EF4-FFF2-40B4-BE49-F238E27FC236}">
                <a16:creationId xmlns:a16="http://schemas.microsoft.com/office/drawing/2014/main" id="{DC388F96-0AB2-402E-B0C1-D35D01D3E6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0" y="2644775"/>
            <a:ext cx="4572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1pPr>
            <a:lvl2pPr marL="742950" indent="-28575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2pPr>
            <a:lvl3pPr marL="11430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3pPr>
            <a:lvl4pPr marL="16002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4pPr>
            <a:lvl5pPr marL="2057400" indent="-228600"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3200">
                <a:solidFill>
                  <a:schemeClr val="accent2"/>
                </a:solidFill>
                <a:latin typeface="Comic Sans MS" panose="030F0702030302020204" pitchFamily="66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tr-TR" altLang="tr-TR">
                <a:ea typeface="Calibri" panose="020F0502020204030204" pitchFamily="34" charset="0"/>
                <a:cs typeface="Times New Roman" panose="02020603050405020304" pitchFamily="18" charset="0"/>
              </a:rPr>
              <a:t>Teşekkürler</a:t>
            </a:r>
            <a:endParaRPr lang="tr-TR" altLang="tr-TR" sz="1800"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344</Words>
  <Application>Microsoft Office PowerPoint</Application>
  <PresentationFormat>Geniş ekran</PresentationFormat>
  <Paragraphs>78</Paragraphs>
  <Slides>17</Slides>
  <Notes>1</Notes>
  <HiddenSlides>0</HiddenSlides>
  <MMClips>0</MMClips>
  <ScaleCrop>false</ScaleCrop>
  <HeadingPairs>
    <vt:vector size="8" baseType="variant">
      <vt:variant>
        <vt:lpstr>Kullanılan Yazı Tipleri</vt:lpstr>
      </vt:variant>
      <vt:variant>
        <vt:i4>5</vt:i4>
      </vt:variant>
      <vt:variant>
        <vt:lpstr>Tema</vt:lpstr>
      </vt:variant>
      <vt:variant>
        <vt:i4>1</vt:i4>
      </vt:variant>
      <vt:variant>
        <vt:lpstr>Eklenmiş OLE Hizmet Programları</vt:lpstr>
      </vt:variant>
      <vt:variant>
        <vt:i4>1</vt:i4>
      </vt:variant>
      <vt:variant>
        <vt:lpstr>Slayt Başlıkları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Comic Sans MS</vt:lpstr>
      <vt:lpstr>Times New Roman</vt:lpstr>
      <vt:lpstr>Office Teması</vt:lpstr>
      <vt:lpstr>Equation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DURUM SAYISI İNDİRGEME</dc:title>
  <dc:creator>Sau</dc:creator>
  <cp:lastModifiedBy>Sau</cp:lastModifiedBy>
  <cp:revision>5</cp:revision>
  <dcterms:created xsi:type="dcterms:W3CDTF">2023-10-23T21:11:53Z</dcterms:created>
  <dcterms:modified xsi:type="dcterms:W3CDTF">2023-11-06T13:23:00Z</dcterms:modified>
</cp:coreProperties>
</file>